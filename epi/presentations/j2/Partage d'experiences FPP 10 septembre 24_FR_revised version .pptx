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2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theme/theme4.xml" ContentType="application/vnd.openxmlformats-officedocument.theme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5.xml" ContentType="application/vnd.openxmlformats-officedocument.them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theme/theme6.xml" ContentType="application/vnd.openxmlformats-officedocument.theme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theme/theme7.xml" ContentType="application/vnd.openxmlformats-officedocument.theme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theme/theme8.xml" ContentType="application/vnd.openxmlformats-officedocument.theme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heme/theme9.xml" ContentType="application/vnd.openxmlformats-officedocument.theme+xml"/>
  <Override PartName="/ppt/theme/theme10.xml" ContentType="application/vnd.openxmlformats-officedocument.theme+xml"/>
  <Override PartName="/ppt/tags/tag130.xml" ContentType="application/vnd.openxmlformats-officedocument.presentationml.tags+xml"/>
  <Override PartName="/ppt/notesSlides/notesSlide1.xml" ContentType="application/vnd.openxmlformats-officedocument.presentationml.notesSlide+xml"/>
  <Override PartName="/ppt/tags/tag131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omments/modernComment_7FFFEECF_26B251B0.xml" ContentType="application/vnd.ms-powerpoint.comment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autoCompressPictures="0">
  <p:sldMasterIdLst>
    <p:sldMasterId id="2147483648" r:id="rId6"/>
    <p:sldMasterId id="2147483742" r:id="rId7"/>
    <p:sldMasterId id="2147483821" r:id="rId8"/>
    <p:sldMasterId id="2147483840" r:id="rId9"/>
    <p:sldMasterId id="2147483862" r:id="rId10"/>
    <p:sldMasterId id="2147483883" r:id="rId11"/>
    <p:sldMasterId id="2147483905" r:id="rId12"/>
    <p:sldMasterId id="2147483927" r:id="rId13"/>
  </p:sldMasterIdLst>
  <p:notesMasterIdLst>
    <p:notesMasterId r:id="rId26"/>
  </p:notesMasterIdLst>
  <p:handoutMasterIdLst>
    <p:handoutMasterId r:id="rId27"/>
  </p:handoutMasterIdLst>
  <p:sldIdLst>
    <p:sldId id="388" r:id="rId14"/>
    <p:sldId id="2147479232" r:id="rId15"/>
    <p:sldId id="2145706740" r:id="rId16"/>
    <p:sldId id="2145706724" r:id="rId17"/>
    <p:sldId id="2147479247" r:id="rId18"/>
    <p:sldId id="2147479221" r:id="rId19"/>
    <p:sldId id="2147479241" r:id="rId20"/>
    <p:sldId id="2147479238" r:id="rId21"/>
    <p:sldId id="2147479240" r:id="rId22"/>
    <p:sldId id="2147479225" r:id="rId23"/>
    <p:sldId id="2147479246" r:id="rId24"/>
    <p:sldId id="342" r:id="rId25"/>
  </p:sldIdLst>
  <p:sldSz cx="12192000" cy="6858000"/>
  <p:notesSz cx="6858000" cy="9144000"/>
  <p:custDataLst>
    <p:tags r:id="rId28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B2C06E00-59E8-D8F5-7FCC-03FA7B6EBBC6}" name="Lindsey Cole" initials="LC" userId="S::lcole@gavi.org::971e6220-ac8b-4eac-a693-d3b54f4586d1" providerId="AD"/>
  <p188:author id="{F8AF6FF0-84BD-FE62-3DEB-E1D90F934E8B}" name="Stephanie Phipps" initials="SP" userId="S::sphipps@gavi.org::e4a102f2-4ce0-4074-a3a5-5dfcbc0f6262" providerId="AD"/>
  <p188:author id="{FDC10BFB-D2BE-E4E3-B4FC-C1C30F90E31B}" name="Florence Conteh-Nordman" initials="FC" userId="S::fnordman@gavi.org::02137204-f59d-4cf5-955f-30542ff62e61" providerId="AD"/>
  <p188:author id="{A0A3FAFE-6558-4585-BAA7-B6493E2C9DC2}" name="Reme Lefevre" initials="RL" userId="S::rlefevre@gavi.org::ea32b041-3e04-4bfa-9fb9-8f23ad44a6cb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66FF66"/>
    <a:srgbClr val="F89B1D"/>
    <a:srgbClr val="F87C56"/>
    <a:srgbClr val="DB4835"/>
    <a:srgbClr val="002E5D"/>
    <a:srgbClr val="993366"/>
    <a:srgbClr val="009E47"/>
    <a:srgbClr val="00A249"/>
    <a:srgbClr val="0089C0"/>
    <a:srgbClr val="E6E6E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110E4CC-BDC5-AB2E-F2B7-0D9F2F1002A4}" v="1" dt="2024-09-09T13:41:28.403"/>
    <p1510:client id="{33E4A6BD-3B8A-69C1-8A44-DEF20404BE6D}" v="2" dt="2024-09-09T05:52:30.331"/>
    <p1510:client id="{4DDB745D-6B20-4B16-A3CA-3005FE663539}" v="94" dt="2024-09-09T14:06:02.199"/>
    <p1510:client id="{6E4067C7-EBA4-4038-8CA9-AD3B5E679A81}" v="1" dt="2024-09-10T13:37:41.562"/>
    <p1510:client id="{BCB3A176-7170-81D4-212F-E9F30D47EF96}" v="8" dt="2024-09-09T14:13:25.555"/>
    <p1510:client id="{D7F7D0C7-57D3-466F-B032-134795B14C8A}" v="3" dt="2024-09-09T06:49:39.776"/>
    <p1510:client id="{DA40582A-199E-707E-45F0-C610104D3A09}" v="17" dt="2024-09-09T14:44:43.291"/>
    <p1510:client id="{F4B79C3C-C848-3608-0E23-9C6238BE6C14}" v="46" dt="2024-09-09T14:21:06.162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59" d="100"/>
          <a:sy n="59" d="100"/>
        </p:scale>
        <p:origin x="940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3.xml"/><Relationship Id="rId13" Type="http://schemas.openxmlformats.org/officeDocument/2006/relationships/slideMaster" Target="slideMasters/slideMaster8.xml"/><Relationship Id="rId18" Type="http://schemas.openxmlformats.org/officeDocument/2006/relationships/slide" Target="slides/slide5.xml"/><Relationship Id="rId26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8.xml"/><Relationship Id="rId34" Type="http://schemas.microsoft.com/office/2018/10/relationships/authors" Target="authors.xml"/><Relationship Id="rId7" Type="http://schemas.openxmlformats.org/officeDocument/2006/relationships/slideMaster" Target="slideMasters/slideMaster2.xml"/><Relationship Id="rId12" Type="http://schemas.openxmlformats.org/officeDocument/2006/relationships/slideMaster" Target="slideMasters/slideMaster7.xml"/><Relationship Id="rId17" Type="http://schemas.openxmlformats.org/officeDocument/2006/relationships/slide" Target="slides/slide4.xml"/><Relationship Id="rId25" Type="http://schemas.openxmlformats.org/officeDocument/2006/relationships/slide" Target="slides/slide12.xml"/><Relationship Id="rId33" Type="http://schemas.microsoft.com/office/2015/10/relationships/revisionInfo" Target="revisionInfo.xml"/><Relationship Id="rId2" Type="http://schemas.openxmlformats.org/officeDocument/2006/relationships/customXml" Target="../customXml/item2.xml"/><Relationship Id="rId16" Type="http://schemas.openxmlformats.org/officeDocument/2006/relationships/slide" Target="slides/slide3.xml"/><Relationship Id="rId20" Type="http://schemas.openxmlformats.org/officeDocument/2006/relationships/slide" Target="slides/slide7.xml"/><Relationship Id="rId29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1.xml"/><Relationship Id="rId11" Type="http://schemas.openxmlformats.org/officeDocument/2006/relationships/slideMaster" Target="slideMasters/slideMaster6.xml"/><Relationship Id="rId24" Type="http://schemas.openxmlformats.org/officeDocument/2006/relationships/slide" Target="slides/slide11.xml"/><Relationship Id="rId32" Type="http://schemas.openxmlformats.org/officeDocument/2006/relationships/tableStyles" Target="tableStyles.xml"/><Relationship Id="rId5" Type="http://schemas.openxmlformats.org/officeDocument/2006/relationships/customXml" Target="../customXml/item5.xml"/><Relationship Id="rId15" Type="http://schemas.openxmlformats.org/officeDocument/2006/relationships/slide" Target="slides/slide2.xml"/><Relationship Id="rId23" Type="http://schemas.openxmlformats.org/officeDocument/2006/relationships/slide" Target="slides/slide10.xml"/><Relationship Id="rId28" Type="http://schemas.openxmlformats.org/officeDocument/2006/relationships/tags" Target="tags/tag1.xml"/><Relationship Id="rId10" Type="http://schemas.openxmlformats.org/officeDocument/2006/relationships/slideMaster" Target="slideMasters/slideMaster5.xml"/><Relationship Id="rId19" Type="http://schemas.openxmlformats.org/officeDocument/2006/relationships/slide" Target="slides/slide6.xml"/><Relationship Id="rId31" Type="http://schemas.openxmlformats.org/officeDocument/2006/relationships/theme" Target="theme/theme1.xml"/><Relationship Id="rId4" Type="http://schemas.openxmlformats.org/officeDocument/2006/relationships/customXml" Target="../customXml/item4.xml"/><Relationship Id="rId9" Type="http://schemas.openxmlformats.org/officeDocument/2006/relationships/slideMaster" Target="slideMasters/slideMaster4.xml"/><Relationship Id="rId14" Type="http://schemas.openxmlformats.org/officeDocument/2006/relationships/slide" Target="slides/slide1.xml"/><Relationship Id="rId22" Type="http://schemas.openxmlformats.org/officeDocument/2006/relationships/slide" Target="slides/slide9.xml"/><Relationship Id="rId27" Type="http://schemas.openxmlformats.org/officeDocument/2006/relationships/handoutMaster" Target="handoutMasters/handoutMaster1.xml"/><Relationship Id="rId30" Type="http://schemas.openxmlformats.org/officeDocument/2006/relationships/viewProps" Target="viewProps.xml"/></Relationships>
</file>

<file path=ppt/comments/modernComment_7FFFEECF_26B251B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57EE7795-EB10-4925-BFCB-F6CB19351898}" authorId="{FDC10BFB-D2BE-E4E3-B4FC-C1C30F90E31B}" status="resolved" created="2024-09-09T14:21:06.162" startDate="2024-09-09T14:21:06.162" dueDate="2024-09-09T14:21:06.162" assignedTo="{A0A3FAFE-6558-4585-BAA7-B6493E2C9DC2}" complete="100000" title="@Reme Lefevre Quelles sont les subventions qui n'ont pas ete approuv'e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649220528" sldId="2147479247"/>
      <ac:graphicFrameMk id="8" creationId="{B38AF84B-0C78-49B7-64A6-2407050C209A}"/>
    </ac:deMkLst>
    <p188:replyLst>
      <p188:reply id="{2892CBB1-EC54-4F6F-8F26-7788F6341FCE}" authorId="{A0A3FAFE-6558-4585-BAA7-B6493E2C9DC2}" created="2024-09-09T14:34:18.527">
        <p188:txBody>
          <a:bodyPr/>
          <a:lstStyle/>
          <a:p>
            <a:r>
              <a:rPr lang="en-US"/>
              <a:t>toutes les aides n'ont pas été approuvées à ce moment-là, mais elles l'ont été par la suite</a:t>
            </a:r>
          </a:p>
        </p188:txBody>
      </p188:reply>
    </p188:replyLst>
    <p188:txBody>
      <a:bodyPr/>
      <a:lstStyle/>
      <a:p>
        <a:r>
          <a:rPr lang="en-US"/>
          <a:t>[@Reme Lefevre] Quelles sont les subventions qui n'ont pas ete approuv'e</a:t>
        </a:r>
      </a:p>
    </p188:txBody>
    <p188:extLst>
      <p:ext xmlns:p="http://schemas.openxmlformats.org/presentationml/2006/main" uri="{5BB2D875-25FF-4072-B9AC-8F64D62656EB}">
        <p228:taskDetails xmlns:p228="http://schemas.microsoft.com/office/powerpoint/2022/08/main">
          <p228:history>
            <p228:event time="2024-09-09T14:21:06.162" id="{7F3C67B0-7267-491E-A01B-412606066033}">
              <p228:atrbtn authorId="{FDC10BFB-D2BE-E4E3-B4FC-C1C30F90E31B}"/>
              <p228:anchr>
                <p228:comment id="{57EE7795-EB10-4925-BFCB-F6CB19351898}"/>
              </p228:anchr>
              <p228:add/>
            </p228:event>
            <p228:event time="2024-09-09T14:21:06.162" id="{1DAE6DEF-2515-4247-9332-A3734728FE4C}">
              <p228:atrbtn authorId="{FDC10BFB-D2BE-E4E3-B4FC-C1C30F90E31B}"/>
              <p228:anchr>
                <p228:comment id="{57EE7795-EB10-4925-BFCB-F6CB19351898}"/>
              </p228:anchr>
              <p228:asgn authorId="{A0A3FAFE-6558-4585-BAA7-B6493E2C9DC2}"/>
            </p228:event>
            <p228:event time="2024-09-09T14:21:06.162" id="{39CBAEB8-4F6C-4621-8AA6-7A2D47EAE5FE}">
              <p228:atrbtn authorId="{FDC10BFB-D2BE-E4E3-B4FC-C1C30F90E31B}"/>
              <p228:anchr>
                <p228:comment id="{57EE7795-EB10-4925-BFCB-F6CB19351898}"/>
              </p228:anchr>
              <p228:title val="@Reme Lefevre Quelles sont les subventions qui n'ont pas ete approuv'e"/>
            </p228:event>
            <p228:event time="2024-09-09T14:21:06.162" id="{4D6D64DF-7038-442D-919B-310EB4B331D5}">
              <p228:atrbtn authorId="{FDC10BFB-D2BE-E4E3-B4FC-C1C30F90E31B}"/>
              <p228:anchr>
                <p228:comment id="{57EE7795-EB10-4925-BFCB-F6CB19351898}"/>
              </p228:anchr>
              <p228:date stDt="2024-09-09T14:21:06.162" endDt="2024-09-09T14:21:06.162"/>
            </p228:event>
            <p228:event time="2024-09-09T14:44:43.291" id="{A893BA1E-A68E-41EE-AC48-1A67CF588A98}">
              <p228:atrbtn authorId="{A0A3FAFE-6558-4585-BAA7-B6493E2C9DC2}"/>
              <p228:anchr>
                <p228:comment id="{00000000-0000-0000-0000-000000000000}"/>
              </p228:anchr>
              <p228:pcntCmplt val="100000"/>
            </p228:event>
          </p228:history>
        </p228:taskDetails>
      </p:ext>
    </p188:extLst>
  </p188:cm>
</p188:cmLst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9FEAE5B8-1887-744D-B3C4-E3B6006B544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4E8A97F-06D7-884B-8B46-968602B43C5F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55DCC0-6116-C243-966D-E1A927F582C6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AC2D543-721A-CF4A-A41A-C589B71FF5F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879077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6B02DF4-D578-9E44-A905-1D4F1D9996EB}" type="datetimeFigureOut">
              <a:rPr lang="en-GB" smtClean="0"/>
              <a:t>10/09/2024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C5B49A3-D38C-2F4A-9EF6-13EF087A7D7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5559080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9982641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7566433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1099872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3190608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2599807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4116295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8673829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0286655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57074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1273988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5B49A3-D38C-2F4A-9EF6-13EF087A7D7F}" type="slidenum">
              <a:rPr lang="en-GB" smtClean="0"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922307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microsoft.com/office/2007/relationships/hdphoto" Target="../media/hdphoto1.wdp"/><Relationship Id="rId4" Type="http://schemas.openxmlformats.org/officeDocument/2006/relationships/image" Target="../media/image4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6.sv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svg"/><Relationship Id="rId7" Type="http://schemas.openxmlformats.org/officeDocument/2006/relationships/image" Target="../media/image12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1.png"/><Relationship Id="rId11" Type="http://schemas.openxmlformats.org/officeDocument/2006/relationships/image" Target="../media/image16.svg"/><Relationship Id="rId5" Type="http://schemas.openxmlformats.org/officeDocument/2006/relationships/image" Target="../media/image10.svg"/><Relationship Id="rId10" Type="http://schemas.openxmlformats.org/officeDocument/2006/relationships/image" Target="../media/image15.png"/><Relationship Id="rId4" Type="http://schemas.openxmlformats.org/officeDocument/2006/relationships/image" Target="../media/image9.png"/><Relationship Id="rId9" Type="http://schemas.openxmlformats.org/officeDocument/2006/relationships/image" Target="../media/image14.sv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20.sv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3.xml"/><Relationship Id="rId5" Type="http://schemas.openxmlformats.org/officeDocument/2006/relationships/image" Target="../media/image26.png"/><Relationship Id="rId4" Type="http://schemas.openxmlformats.org/officeDocument/2006/relationships/image" Target="../media/image21.emf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4.xml"/><Relationship Id="rId4" Type="http://schemas.openxmlformats.org/officeDocument/2006/relationships/image" Target="../media/image21.emf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5.xml"/><Relationship Id="rId4" Type="http://schemas.openxmlformats.org/officeDocument/2006/relationships/image" Target="../media/image21.emf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.xml"/><Relationship Id="rId4" Type="http://schemas.openxmlformats.org/officeDocument/2006/relationships/image" Target="../media/image21.emf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.xml"/><Relationship Id="rId4" Type="http://schemas.openxmlformats.org/officeDocument/2006/relationships/image" Target="../media/image21.emf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.xml"/><Relationship Id="rId4" Type="http://schemas.openxmlformats.org/officeDocument/2006/relationships/image" Target="../media/image21.emf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.xml"/><Relationship Id="rId4" Type="http://schemas.openxmlformats.org/officeDocument/2006/relationships/image" Target="../media/image21.emf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0.xml"/><Relationship Id="rId4" Type="http://schemas.openxmlformats.org/officeDocument/2006/relationships/image" Target="../media/image21.emf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1.xml"/><Relationship Id="rId4" Type="http://schemas.openxmlformats.org/officeDocument/2006/relationships/image" Target="../media/image21.emf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2.xml"/><Relationship Id="rId4" Type="http://schemas.openxmlformats.org/officeDocument/2006/relationships/image" Target="../media/image21.emf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3.xml"/><Relationship Id="rId4" Type="http://schemas.openxmlformats.org/officeDocument/2006/relationships/image" Target="../media/image21.emf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4.xml"/><Relationship Id="rId4" Type="http://schemas.openxmlformats.org/officeDocument/2006/relationships/image" Target="../media/image21.emf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24.png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6.xml"/><Relationship Id="rId6" Type="http://schemas.openxmlformats.org/officeDocument/2006/relationships/image" Target="../media/image24.png"/><Relationship Id="rId5" Type="http://schemas.openxmlformats.org/officeDocument/2006/relationships/image" Target="../media/image31.png"/><Relationship Id="rId4" Type="http://schemas.openxmlformats.org/officeDocument/2006/relationships/image" Target="../media/image29.emf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7.xml"/><Relationship Id="rId6" Type="http://schemas.openxmlformats.org/officeDocument/2006/relationships/image" Target="../media/image24.png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8.xml"/><Relationship Id="rId5" Type="http://schemas.openxmlformats.org/officeDocument/2006/relationships/image" Target="../media/image33.png"/><Relationship Id="rId4" Type="http://schemas.openxmlformats.org/officeDocument/2006/relationships/image" Target="../media/image29.emf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9.xml"/><Relationship Id="rId4" Type="http://schemas.openxmlformats.org/officeDocument/2006/relationships/image" Target="../media/image29.emf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9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0.xml"/><Relationship Id="rId4" Type="http://schemas.openxmlformats.org/officeDocument/2006/relationships/image" Target="../media/image29.emf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1.xml"/><Relationship Id="rId4" Type="http://schemas.openxmlformats.org/officeDocument/2006/relationships/image" Target="../media/image29.emf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2.xml"/><Relationship Id="rId4" Type="http://schemas.openxmlformats.org/officeDocument/2006/relationships/image" Target="../media/image29.emf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2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3.xml"/><Relationship Id="rId4" Type="http://schemas.openxmlformats.org/officeDocument/2006/relationships/image" Target="../media/image29.emf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.xml"/><Relationship Id="rId2" Type="http://schemas.openxmlformats.org/officeDocument/2006/relationships/tags" Target="../tags/tag25.xml"/><Relationship Id="rId1" Type="http://schemas.openxmlformats.org/officeDocument/2006/relationships/tags" Target="../tags/tag24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23.bin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6.xml"/><Relationship Id="rId4" Type="http://schemas.openxmlformats.org/officeDocument/2006/relationships/image" Target="../media/image29.emf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5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7.xml"/><Relationship Id="rId4" Type="http://schemas.openxmlformats.org/officeDocument/2006/relationships/image" Target="../media/image29.emf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6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8.xml"/><Relationship Id="rId4" Type="http://schemas.openxmlformats.org/officeDocument/2006/relationships/image" Target="../media/image29.emf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7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9.xml"/><Relationship Id="rId4" Type="http://schemas.openxmlformats.org/officeDocument/2006/relationships/image" Target="../media/image29.emf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8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0.xml"/><Relationship Id="rId4" Type="http://schemas.openxmlformats.org/officeDocument/2006/relationships/image" Target="../media/image29.emf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9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1.xml"/><Relationship Id="rId4" Type="http://schemas.openxmlformats.org/officeDocument/2006/relationships/image" Target="../media/image29.emf"/></Relationships>
</file>

<file path=ppt/slideLayouts/_rels/slideLayout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oleObject" Target="../embeddings/oleObject30.bin"/><Relationship Id="rId7" Type="http://schemas.openxmlformats.org/officeDocument/2006/relationships/image" Target="../media/image36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2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29.emf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1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3.xml"/><Relationship Id="rId4" Type="http://schemas.openxmlformats.org/officeDocument/2006/relationships/image" Target="../media/image29.emf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2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4.xml"/><Relationship Id="rId6" Type="http://schemas.openxmlformats.org/officeDocument/2006/relationships/image" Target="../media/image38.png"/><Relationship Id="rId5" Type="http://schemas.openxmlformats.org/officeDocument/2006/relationships/image" Target="../media/image27.jpeg"/><Relationship Id="rId4" Type="http://schemas.openxmlformats.org/officeDocument/2006/relationships/image" Target="../media/image29.emf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3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5.xml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.xml"/><Relationship Id="rId2" Type="http://schemas.openxmlformats.org/officeDocument/2006/relationships/tags" Target="../tags/tag37.xml"/><Relationship Id="rId1" Type="http://schemas.openxmlformats.org/officeDocument/2006/relationships/tags" Target="../tags/tag36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34.bin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6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9.xml"/><Relationship Id="rId6" Type="http://schemas.openxmlformats.org/officeDocument/2006/relationships/image" Target="../media/image24.png"/><Relationship Id="rId5" Type="http://schemas.openxmlformats.org/officeDocument/2006/relationships/image" Target="../media/image31.png"/><Relationship Id="rId4" Type="http://schemas.openxmlformats.org/officeDocument/2006/relationships/image" Target="../media/image29.emf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7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0.xml"/><Relationship Id="rId6" Type="http://schemas.openxmlformats.org/officeDocument/2006/relationships/image" Target="../media/image24.png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8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1.xml"/><Relationship Id="rId5" Type="http://schemas.openxmlformats.org/officeDocument/2006/relationships/image" Target="../media/image33.png"/><Relationship Id="rId4" Type="http://schemas.openxmlformats.org/officeDocument/2006/relationships/image" Target="../media/image29.emf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9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2.xml"/><Relationship Id="rId4" Type="http://schemas.openxmlformats.org/officeDocument/2006/relationships/image" Target="../media/image29.emf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0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3.xml"/><Relationship Id="rId4" Type="http://schemas.openxmlformats.org/officeDocument/2006/relationships/image" Target="../media/image29.emf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1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4.xml"/><Relationship Id="rId4" Type="http://schemas.openxmlformats.org/officeDocument/2006/relationships/image" Target="../media/image29.emf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5.xml"/><Relationship Id="rId4" Type="http://schemas.openxmlformats.org/officeDocument/2006/relationships/image" Target="../media/image29.emf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3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6.xml"/><Relationship Id="rId4" Type="http://schemas.openxmlformats.org/officeDocument/2006/relationships/image" Target="../media/image29.emf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2" Type="http://schemas.openxmlformats.org/officeDocument/2006/relationships/tags" Target="../tags/tag48.xml"/><Relationship Id="rId1" Type="http://schemas.openxmlformats.org/officeDocument/2006/relationships/tags" Target="../tags/tag47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44.bin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5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9.xml"/><Relationship Id="rId4" Type="http://schemas.openxmlformats.org/officeDocument/2006/relationships/image" Target="../media/image29.emf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6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0.xml"/><Relationship Id="rId4" Type="http://schemas.openxmlformats.org/officeDocument/2006/relationships/image" Target="../media/image29.emf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7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1.xml"/><Relationship Id="rId4" Type="http://schemas.openxmlformats.org/officeDocument/2006/relationships/image" Target="../media/image29.emf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8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2.xml"/><Relationship Id="rId4" Type="http://schemas.openxmlformats.org/officeDocument/2006/relationships/image" Target="../media/image29.emf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9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3.xml"/><Relationship Id="rId4" Type="http://schemas.openxmlformats.org/officeDocument/2006/relationships/image" Target="../media/image29.emf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0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4.xml"/><Relationship Id="rId4" Type="http://schemas.openxmlformats.org/officeDocument/2006/relationships/image" Target="../media/image29.emf"/></Relationships>
</file>

<file path=ppt/slideLayouts/_rels/slideLayout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oleObject" Target="../embeddings/oleObject51.bin"/><Relationship Id="rId7" Type="http://schemas.openxmlformats.org/officeDocument/2006/relationships/image" Target="../media/image36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5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29.emf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6.xml"/><Relationship Id="rId4" Type="http://schemas.openxmlformats.org/officeDocument/2006/relationships/image" Target="../media/image29.emf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3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7.xml"/><Relationship Id="rId6" Type="http://schemas.openxmlformats.org/officeDocument/2006/relationships/image" Target="../media/image38.png"/><Relationship Id="rId5" Type="http://schemas.openxmlformats.org/officeDocument/2006/relationships/image" Target="../media/image27.jpeg"/><Relationship Id="rId4" Type="http://schemas.openxmlformats.org/officeDocument/2006/relationships/image" Target="../media/image29.emf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4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8.xml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2" Type="http://schemas.openxmlformats.org/officeDocument/2006/relationships/tags" Target="../tags/tag60.xml"/><Relationship Id="rId1" Type="http://schemas.openxmlformats.org/officeDocument/2006/relationships/tags" Target="../tags/tag59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55.bin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7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2.xml"/><Relationship Id="rId6" Type="http://schemas.openxmlformats.org/officeDocument/2006/relationships/image" Target="../media/image24.png"/><Relationship Id="rId5" Type="http://schemas.openxmlformats.org/officeDocument/2006/relationships/image" Target="../media/image31.png"/><Relationship Id="rId4" Type="http://schemas.openxmlformats.org/officeDocument/2006/relationships/image" Target="../media/image29.emf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8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3.xml"/><Relationship Id="rId6" Type="http://schemas.openxmlformats.org/officeDocument/2006/relationships/image" Target="../media/image24.png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9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4.xml"/><Relationship Id="rId5" Type="http://schemas.openxmlformats.org/officeDocument/2006/relationships/image" Target="../media/image33.png"/><Relationship Id="rId4" Type="http://schemas.openxmlformats.org/officeDocument/2006/relationships/image" Target="../media/image29.emf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0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5.xml"/><Relationship Id="rId4" Type="http://schemas.openxmlformats.org/officeDocument/2006/relationships/image" Target="../media/image29.emf"/></Relationships>
</file>

<file path=ppt/slideLayouts/_rels/slideLayout12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1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6.xml"/><Relationship Id="rId4" Type="http://schemas.openxmlformats.org/officeDocument/2006/relationships/image" Target="../media/image29.emf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2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7.xml"/><Relationship Id="rId4" Type="http://schemas.openxmlformats.org/officeDocument/2006/relationships/image" Target="../media/image29.emf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3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8.xml"/><Relationship Id="rId4" Type="http://schemas.openxmlformats.org/officeDocument/2006/relationships/image" Target="../media/image29.emf"/></Relationships>
</file>

<file path=ppt/slideLayouts/_rels/slideLayout1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4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9.xml"/><Relationship Id="rId4" Type="http://schemas.openxmlformats.org/officeDocument/2006/relationships/image" Target="../media/image29.emf"/></Relationships>
</file>

<file path=ppt/slideLayouts/_rels/slideLayout13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6.xml"/><Relationship Id="rId2" Type="http://schemas.openxmlformats.org/officeDocument/2006/relationships/tags" Target="../tags/tag71.xml"/><Relationship Id="rId1" Type="http://schemas.openxmlformats.org/officeDocument/2006/relationships/tags" Target="../tags/tag70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65.bin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6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2.xml"/><Relationship Id="rId4" Type="http://schemas.openxmlformats.org/officeDocument/2006/relationships/image" Target="../media/image29.emf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7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3.xml"/><Relationship Id="rId4" Type="http://schemas.openxmlformats.org/officeDocument/2006/relationships/image" Target="../media/image29.emf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8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4.xml"/><Relationship Id="rId4" Type="http://schemas.openxmlformats.org/officeDocument/2006/relationships/image" Target="../media/image29.emf"/></Relationships>
</file>

<file path=ppt/slideLayouts/_rels/slideLayout13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9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5.xml"/><Relationship Id="rId4" Type="http://schemas.openxmlformats.org/officeDocument/2006/relationships/image" Target="../media/image29.emf"/></Relationships>
</file>

<file path=ppt/slideLayouts/_rels/slideLayout13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0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6.xml"/><Relationship Id="rId4" Type="http://schemas.openxmlformats.org/officeDocument/2006/relationships/image" Target="../media/image29.emf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1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7.xml"/><Relationship Id="rId4" Type="http://schemas.openxmlformats.org/officeDocument/2006/relationships/image" Target="../media/image29.emf"/></Relationships>
</file>

<file path=ppt/slideLayouts/_rels/slideLayout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oleObject" Target="../embeddings/oleObject72.bin"/><Relationship Id="rId7" Type="http://schemas.openxmlformats.org/officeDocument/2006/relationships/image" Target="../media/image36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8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29.emf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3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9.xml"/><Relationship Id="rId4" Type="http://schemas.openxmlformats.org/officeDocument/2006/relationships/image" Target="../media/image29.emf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4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80.xml"/><Relationship Id="rId6" Type="http://schemas.openxmlformats.org/officeDocument/2006/relationships/image" Target="../media/image38.png"/><Relationship Id="rId5" Type="http://schemas.openxmlformats.org/officeDocument/2006/relationships/image" Target="../media/image27.jpeg"/><Relationship Id="rId4" Type="http://schemas.openxmlformats.org/officeDocument/2006/relationships/image" Target="../media/image29.emf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5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81.xml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4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6.xml"/><Relationship Id="rId2" Type="http://schemas.openxmlformats.org/officeDocument/2006/relationships/tags" Target="../tags/tag83.xml"/><Relationship Id="rId1" Type="http://schemas.openxmlformats.org/officeDocument/2006/relationships/tags" Target="../tags/tag82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76.bin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8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85.xml"/><Relationship Id="rId6" Type="http://schemas.openxmlformats.org/officeDocument/2006/relationships/image" Target="../media/image24.png"/><Relationship Id="rId5" Type="http://schemas.openxmlformats.org/officeDocument/2006/relationships/image" Target="../media/image31.png"/><Relationship Id="rId4" Type="http://schemas.openxmlformats.org/officeDocument/2006/relationships/image" Target="../media/image29.emf"/></Relationships>
</file>

<file path=ppt/slideLayouts/_rels/slideLayout14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9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86.xml"/><Relationship Id="rId6" Type="http://schemas.openxmlformats.org/officeDocument/2006/relationships/image" Target="../media/image24.png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0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87.xml"/><Relationship Id="rId5" Type="http://schemas.openxmlformats.org/officeDocument/2006/relationships/image" Target="../media/image33.png"/><Relationship Id="rId4" Type="http://schemas.openxmlformats.org/officeDocument/2006/relationships/image" Target="../media/image29.emf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1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88.xml"/><Relationship Id="rId4" Type="http://schemas.openxmlformats.org/officeDocument/2006/relationships/image" Target="../media/image29.emf"/></Relationships>
</file>

<file path=ppt/slideLayouts/_rels/slideLayout1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2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89.xml"/><Relationship Id="rId4" Type="http://schemas.openxmlformats.org/officeDocument/2006/relationships/image" Target="../media/image29.emf"/></Relationships>
</file>

<file path=ppt/slideLayouts/_rels/slideLayout15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90.xml"/><Relationship Id="rId4" Type="http://schemas.openxmlformats.org/officeDocument/2006/relationships/image" Target="../media/image29.emf"/></Relationships>
</file>

<file path=ppt/slideLayouts/_rels/slideLayout1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4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91.xml"/><Relationship Id="rId4" Type="http://schemas.openxmlformats.org/officeDocument/2006/relationships/image" Target="../media/image29.emf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5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92.xml"/><Relationship Id="rId4" Type="http://schemas.openxmlformats.org/officeDocument/2006/relationships/image" Target="../media/image29.emf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7.xml"/><Relationship Id="rId2" Type="http://schemas.openxmlformats.org/officeDocument/2006/relationships/tags" Target="../tags/tag94.xml"/><Relationship Id="rId1" Type="http://schemas.openxmlformats.org/officeDocument/2006/relationships/tags" Target="../tags/tag93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86.bin"/></Relationships>
</file>

<file path=ppt/slideLayouts/_rels/slideLayout1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7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95.xml"/><Relationship Id="rId4" Type="http://schemas.openxmlformats.org/officeDocument/2006/relationships/image" Target="../media/image29.emf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8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96.xml"/><Relationship Id="rId4" Type="http://schemas.openxmlformats.org/officeDocument/2006/relationships/image" Target="../media/image29.emf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9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97.xml"/><Relationship Id="rId4" Type="http://schemas.openxmlformats.org/officeDocument/2006/relationships/image" Target="../media/image29.emf"/></Relationships>
</file>

<file path=ppt/slideLayouts/_rels/slideLayout15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0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98.xml"/><Relationship Id="rId4" Type="http://schemas.openxmlformats.org/officeDocument/2006/relationships/image" Target="../media/image29.emf"/></Relationships>
</file>

<file path=ppt/slideLayouts/_rels/slideLayout1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1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99.xml"/><Relationship Id="rId4" Type="http://schemas.openxmlformats.org/officeDocument/2006/relationships/image" Target="../media/image29.emf"/></Relationships>
</file>

<file path=ppt/slideLayouts/_rels/slideLayout1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2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00.xml"/><Relationship Id="rId4" Type="http://schemas.openxmlformats.org/officeDocument/2006/relationships/image" Target="../media/image29.emf"/></Relationships>
</file>

<file path=ppt/slideLayouts/_rels/slideLayout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oleObject" Target="../embeddings/oleObject93.bin"/><Relationship Id="rId7" Type="http://schemas.openxmlformats.org/officeDocument/2006/relationships/image" Target="../media/image36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01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29.emf"/></Relationships>
</file>

<file path=ppt/slideLayouts/_rels/slideLayout16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4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02.xml"/><Relationship Id="rId4" Type="http://schemas.openxmlformats.org/officeDocument/2006/relationships/image" Target="../media/image29.emf"/></Relationships>
</file>

<file path=ppt/slideLayouts/_rels/slideLayout1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5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03.xml"/><Relationship Id="rId6" Type="http://schemas.openxmlformats.org/officeDocument/2006/relationships/image" Target="../media/image38.png"/><Relationship Id="rId5" Type="http://schemas.openxmlformats.org/officeDocument/2006/relationships/image" Target="../media/image27.jpeg"/><Relationship Id="rId4" Type="http://schemas.openxmlformats.org/officeDocument/2006/relationships/image" Target="../media/image29.emf"/></Relationships>
</file>

<file path=ppt/slideLayouts/_rels/slideLayout1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6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04.xml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6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7.xml"/><Relationship Id="rId2" Type="http://schemas.openxmlformats.org/officeDocument/2006/relationships/tags" Target="../tags/tag106.xml"/><Relationship Id="rId1" Type="http://schemas.openxmlformats.org/officeDocument/2006/relationships/tags" Target="../tags/tag105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97.bin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9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08.xml"/><Relationship Id="rId6" Type="http://schemas.openxmlformats.org/officeDocument/2006/relationships/image" Target="../media/image39.png"/><Relationship Id="rId5" Type="http://schemas.openxmlformats.org/officeDocument/2006/relationships/image" Target="../media/image31.png"/><Relationship Id="rId4" Type="http://schemas.openxmlformats.org/officeDocument/2006/relationships/image" Target="../media/image29.emf"/></Relationships>
</file>

<file path=ppt/slideLayouts/_rels/slideLayout16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0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09.xml"/><Relationship Id="rId6" Type="http://schemas.openxmlformats.org/officeDocument/2006/relationships/image" Target="../media/image39.png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6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1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10.xml"/><Relationship Id="rId5" Type="http://schemas.openxmlformats.org/officeDocument/2006/relationships/image" Target="../media/image33.png"/><Relationship Id="rId4" Type="http://schemas.openxmlformats.org/officeDocument/2006/relationships/image" Target="../media/image29.emf"/></Relationships>
</file>

<file path=ppt/slideLayouts/_rels/slideLayout1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2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11.xml"/><Relationship Id="rId4" Type="http://schemas.openxmlformats.org/officeDocument/2006/relationships/image" Target="../media/image29.emf"/></Relationships>
</file>

<file path=ppt/slideLayouts/_rels/slideLayout1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3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12.xml"/><Relationship Id="rId4" Type="http://schemas.openxmlformats.org/officeDocument/2006/relationships/image" Target="../media/image29.emf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4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13.xml"/><Relationship Id="rId4" Type="http://schemas.openxmlformats.org/officeDocument/2006/relationships/image" Target="../media/image29.emf"/></Relationships>
</file>

<file path=ppt/slideLayouts/_rels/slideLayout1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5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14.xml"/><Relationship Id="rId4" Type="http://schemas.openxmlformats.org/officeDocument/2006/relationships/image" Target="../media/image29.emf"/></Relationships>
</file>

<file path=ppt/slideLayouts/_rels/slideLayout1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6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15.xml"/><Relationship Id="rId4" Type="http://schemas.openxmlformats.org/officeDocument/2006/relationships/image" Target="../media/image29.emf"/></Relationships>
</file>

<file path=ppt/slideLayouts/_rels/slideLayout17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8.xml"/><Relationship Id="rId2" Type="http://schemas.openxmlformats.org/officeDocument/2006/relationships/tags" Target="../tags/tag117.xml"/><Relationship Id="rId1" Type="http://schemas.openxmlformats.org/officeDocument/2006/relationships/tags" Target="../tags/tag116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107.bin"/></Relationships>
</file>

<file path=ppt/slideLayouts/_rels/slideLayout1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8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18.xml"/><Relationship Id="rId4" Type="http://schemas.openxmlformats.org/officeDocument/2006/relationships/image" Target="../media/image29.emf"/></Relationships>
</file>

<file path=ppt/slideLayouts/_rels/slideLayout17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9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19.xml"/><Relationship Id="rId4" Type="http://schemas.openxmlformats.org/officeDocument/2006/relationships/image" Target="../media/image29.emf"/></Relationships>
</file>

<file path=ppt/slideLayouts/_rels/slideLayout17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0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20.xml"/><Relationship Id="rId4" Type="http://schemas.openxmlformats.org/officeDocument/2006/relationships/image" Target="../media/image29.emf"/></Relationships>
</file>

<file path=ppt/slideLayouts/_rels/slideLayout1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1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21.xml"/><Relationship Id="rId4" Type="http://schemas.openxmlformats.org/officeDocument/2006/relationships/image" Target="../media/image29.emf"/></Relationships>
</file>

<file path=ppt/slideLayouts/_rels/slideLayout1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2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22.xml"/><Relationship Id="rId4" Type="http://schemas.openxmlformats.org/officeDocument/2006/relationships/image" Target="../media/image29.emf"/></Relationships>
</file>

<file path=ppt/slideLayouts/_rels/slideLayout18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3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23.xml"/><Relationship Id="rId4" Type="http://schemas.openxmlformats.org/officeDocument/2006/relationships/image" Target="../media/image29.emf"/></Relationships>
</file>

<file path=ppt/slideLayouts/_rels/slideLayout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oleObject" Target="../embeddings/oleObject114.bin"/><Relationship Id="rId7" Type="http://schemas.openxmlformats.org/officeDocument/2006/relationships/image" Target="../media/image36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24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29.emf"/></Relationships>
</file>

<file path=ppt/slideLayouts/_rels/slideLayout18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5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25.xml"/><Relationship Id="rId4" Type="http://schemas.openxmlformats.org/officeDocument/2006/relationships/image" Target="../media/image29.emf"/></Relationships>
</file>

<file path=ppt/slideLayouts/_rels/slideLayout18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6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26.xml"/><Relationship Id="rId6" Type="http://schemas.openxmlformats.org/officeDocument/2006/relationships/image" Target="../media/image38.png"/><Relationship Id="rId5" Type="http://schemas.openxmlformats.org/officeDocument/2006/relationships/image" Target="../media/image27.jpeg"/><Relationship Id="rId4" Type="http://schemas.openxmlformats.org/officeDocument/2006/relationships/image" Target="../media/image29.emf"/></Relationships>
</file>

<file path=ppt/slideLayouts/_rels/slideLayout18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7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27.xml"/><Relationship Id="rId5" Type="http://schemas.openxmlformats.org/officeDocument/2006/relationships/image" Target="../media/image32.png"/><Relationship Id="rId4" Type="http://schemas.openxmlformats.org/officeDocument/2006/relationships/image" Target="../media/image29.emf"/></Relationships>
</file>

<file path=ppt/slideLayouts/_rels/slideLayout18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8.xml"/><Relationship Id="rId2" Type="http://schemas.openxmlformats.org/officeDocument/2006/relationships/tags" Target="../tags/tag129.xml"/><Relationship Id="rId1" Type="http://schemas.openxmlformats.org/officeDocument/2006/relationships/tags" Target="../tags/tag128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118.bin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3000" b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raphic 13">
            <a:extLst>
              <a:ext uri="{FF2B5EF4-FFF2-40B4-BE49-F238E27FC236}">
                <a16:creationId xmlns:a16="http://schemas.microsoft.com/office/drawing/2014/main" id="{52467373-D57C-F842-8976-B87DEFBE83B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4F144B-74C7-A148-8E87-6034061E0CB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8" y="1920394"/>
            <a:ext cx="7964947" cy="234609"/>
          </a:xfrm>
        </p:spPr>
        <p:txBody>
          <a:bodyPr>
            <a:normAutofit/>
          </a:bodyPr>
          <a:lstStyle>
            <a:lvl1pPr>
              <a:defRPr sz="1600" spc="3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89FFAF13-E12B-E54E-B2B2-5142A884DB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2605179"/>
            <a:ext cx="11154344" cy="192903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defRPr sz="6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" name="Text Placeholder 2">
            <a:extLst>
              <a:ext uri="{FF2B5EF4-FFF2-40B4-BE49-F238E27FC236}">
                <a16:creationId xmlns:a16="http://schemas.microsoft.com/office/drawing/2014/main" id="{9878A746-9E85-F24C-AD58-8F45F83396C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6302341"/>
            <a:ext cx="5832475" cy="187359"/>
          </a:xfrm>
        </p:spPr>
        <p:txBody>
          <a:bodyPr anchor="b">
            <a:spAutoFit/>
          </a:bodyPr>
          <a:lstStyle>
            <a:lvl1pPr>
              <a:defRPr sz="1200" spc="0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Subtitle goes here</a:t>
            </a:r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7AFD6BA4-8A31-2C45-81C0-67141C06959C}"/>
              </a:ext>
            </a:extLst>
          </p:cNvPr>
          <p:cNvSpPr txBox="1">
            <a:spLocks/>
          </p:cNvSpPr>
          <p:nvPr userDrawn="1"/>
        </p:nvSpPr>
        <p:spPr>
          <a:xfrm>
            <a:off x="10367425" y="6173816"/>
            <a:ext cx="1303626" cy="315884"/>
          </a:xfrm>
          <a:prstGeom prst="rect">
            <a:avLst/>
          </a:prstGeom>
        </p:spPr>
        <p:txBody>
          <a:bodyPr lIns="0" tIns="0" rIns="0" bIns="0" anchor="b"/>
          <a:lstStyle>
            <a:lvl1pPr marL="0" indent="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800" b="1">
                <a:solidFill>
                  <a:schemeClr val="bg2"/>
                </a:solidFill>
              </a:rPr>
              <a:t>gavi.org</a:t>
            </a:r>
          </a:p>
        </p:txBody>
      </p:sp>
    </p:spTree>
    <p:extLst>
      <p:ext uri="{BB962C8B-B14F-4D97-AF65-F5344CB8AC3E}">
        <p14:creationId xmlns:p14="http://schemas.microsoft.com/office/powerpoint/2010/main" val="407916990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Image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3000" b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4">
            <a:extLst>
              <a:ext uri="{FF2B5EF4-FFF2-40B4-BE49-F238E27FC236}">
                <a16:creationId xmlns:a16="http://schemas.microsoft.com/office/drawing/2014/main" id="{86A756F5-203A-4C4F-9479-348B2905A6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501514" y="0"/>
            <a:ext cx="6690486" cy="6858000"/>
          </a:xfrm>
          <a:custGeom>
            <a:avLst/>
            <a:gdLst>
              <a:gd name="connsiteX0" fmla="*/ 0 w 7942912"/>
              <a:gd name="connsiteY0" fmla="*/ 0 h 6858000"/>
              <a:gd name="connsiteX1" fmla="*/ 7942912 w 7942912"/>
              <a:gd name="connsiteY1" fmla="*/ 0 h 6858000"/>
              <a:gd name="connsiteX2" fmla="*/ 7942912 w 7942912"/>
              <a:gd name="connsiteY2" fmla="*/ 6858000 h 6858000"/>
              <a:gd name="connsiteX3" fmla="*/ 704040 w 7942912"/>
              <a:gd name="connsiteY3" fmla="*/ 6858000 h 6858000"/>
              <a:gd name="connsiteX4" fmla="*/ 704040 w 7942912"/>
              <a:gd name="connsiteY4" fmla="*/ 704067 h 6858000"/>
              <a:gd name="connsiteX5" fmla="*/ 141865 w 7942912"/>
              <a:gd name="connsiteY5" fmla="*/ 1430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42912" h="6858000">
                <a:moveTo>
                  <a:pt x="0" y="0"/>
                </a:moveTo>
                <a:lnTo>
                  <a:pt x="7942912" y="0"/>
                </a:lnTo>
                <a:lnTo>
                  <a:pt x="7942912" y="6858000"/>
                </a:lnTo>
                <a:lnTo>
                  <a:pt x="704040" y="6858000"/>
                </a:lnTo>
                <a:lnTo>
                  <a:pt x="704040" y="704067"/>
                </a:lnTo>
                <a:cubicBezTo>
                  <a:pt x="704040" y="363826"/>
                  <a:pt x="462698" y="79953"/>
                  <a:pt x="141865" y="1430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insert picture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4F144B-74C7-A148-8E87-6034061E0CB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9" y="1700213"/>
            <a:ext cx="4692628" cy="234609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89FFAF13-E12B-E54E-B2B2-5142A884DB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2309427"/>
            <a:ext cx="4692628" cy="2518484"/>
          </a:xfrm>
        </p:spPr>
        <p:txBody>
          <a:bodyPr>
            <a:noAutofit/>
          </a:bodyPr>
          <a:lstStyle>
            <a:lvl1pPr>
              <a:lnSpc>
                <a:spcPct val="90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" name="Text Placeholder 2">
            <a:extLst>
              <a:ext uri="{FF2B5EF4-FFF2-40B4-BE49-F238E27FC236}">
                <a16:creationId xmlns:a16="http://schemas.microsoft.com/office/drawing/2014/main" id="{9878A746-9E85-F24C-AD58-8F45F83396C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9" y="5721999"/>
            <a:ext cx="4692628" cy="187359"/>
          </a:xfrm>
        </p:spPr>
        <p:txBody>
          <a:bodyPr anchor="b">
            <a:spAutoFit/>
          </a:bodyPr>
          <a:lstStyle>
            <a:lvl1pPr>
              <a:defRPr sz="1200" spc="0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Subtitle goes here</a:t>
            </a:r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7AFD6BA4-8A31-2C45-81C0-67141C06959C}"/>
              </a:ext>
            </a:extLst>
          </p:cNvPr>
          <p:cNvSpPr txBox="1">
            <a:spLocks/>
          </p:cNvSpPr>
          <p:nvPr userDrawn="1"/>
        </p:nvSpPr>
        <p:spPr>
          <a:xfrm>
            <a:off x="515938" y="6173816"/>
            <a:ext cx="1303626" cy="315884"/>
          </a:xfrm>
          <a:prstGeom prst="rect">
            <a:avLst/>
          </a:prstGeom>
        </p:spPr>
        <p:txBody>
          <a:bodyPr lIns="0" tIns="0" rIns="0" bIns="0" anchor="b"/>
          <a:lstStyle>
            <a:lvl1pPr marL="0" indent="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800" b="1">
                <a:solidFill>
                  <a:schemeClr val="bg2"/>
                </a:solidFill>
              </a:rPr>
              <a:t>gavi.org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C10119D7-2EC9-4840-AC33-164E7101833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0351263" y="443457"/>
            <a:ext cx="1324800" cy="486000"/>
          </a:xfrm>
          <a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lvl="0"/>
            <a:r>
              <a:rPr lang="en-GB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369853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(Text Only)">
    <p:bg>
      <p:bgPr>
        <a:solidFill>
          <a:schemeClr val="tx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raphic 13">
            <a:extLst>
              <a:ext uri="{FF2B5EF4-FFF2-40B4-BE49-F238E27FC236}">
                <a16:creationId xmlns:a16="http://schemas.microsoft.com/office/drawing/2014/main" id="{52467373-D57C-F842-8976-B87DEFBE83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4F144B-74C7-A148-8E87-6034061E0CB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8" y="3185432"/>
            <a:ext cx="6966786" cy="234609"/>
          </a:xfrm>
        </p:spPr>
        <p:txBody>
          <a:bodyPr>
            <a:normAutofit/>
          </a:bodyPr>
          <a:lstStyle>
            <a:lvl1pPr>
              <a:defRPr sz="1600" spc="300">
                <a:solidFill>
                  <a:schemeClr val="bg2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89FFAF13-E12B-E54E-B2B2-5142A884DB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66552"/>
            <a:ext cx="11154344" cy="192903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defRPr sz="6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pic>
        <p:nvPicPr>
          <p:cNvPr id="7" name="Picture 6" descr="Shape&#10;&#10;Description automatically generated">
            <a:extLst>
              <a:ext uri="{FF2B5EF4-FFF2-40B4-BE49-F238E27FC236}">
                <a16:creationId xmlns:a16="http://schemas.microsoft.com/office/drawing/2014/main" id="{D2830A3C-7ED1-2741-8ED4-600D60D8DBD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-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0" y="0"/>
            <a:ext cx="5103637" cy="2938921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1962001-1C91-5E41-8B60-B760F9679B6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5938" y="441777"/>
            <a:ext cx="2115580" cy="1331912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9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908197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5" descr="A picture containing ray, fish&#10;&#10;Description automatically generated">
            <a:extLst>
              <a:ext uri="{FF2B5EF4-FFF2-40B4-BE49-F238E27FC236}">
                <a16:creationId xmlns:a16="http://schemas.microsoft.com/office/drawing/2014/main" id="{E64479CB-DB0F-9D45-918A-B9BEDD2EC8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272" r="15376"/>
          <a:stretch/>
        </p:blipFill>
        <p:spPr>
          <a:xfrm>
            <a:off x="-3" y="0"/>
            <a:ext cx="6096001" cy="6858000"/>
          </a:xfrm>
          <a:prstGeom prst="round1Rect">
            <a:avLst>
              <a:gd name="adj" fmla="val 14304"/>
            </a:avLst>
          </a:prstGeom>
        </p:spPr>
      </p:pic>
      <p:sp>
        <p:nvSpPr>
          <p:cNvPr id="6" name="Text Placeholder 29">
            <a:extLst>
              <a:ext uri="{FF2B5EF4-FFF2-40B4-BE49-F238E27FC236}">
                <a16:creationId xmlns:a16="http://schemas.microsoft.com/office/drawing/2014/main" id="{DAB788B4-A63C-D849-B216-E7D266CBBA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7" name="Text Placeholder 31">
            <a:extLst>
              <a:ext uri="{FF2B5EF4-FFF2-40B4-BE49-F238E27FC236}">
                <a16:creationId xmlns:a16="http://schemas.microsoft.com/office/drawing/2014/main" id="{F314B004-6AB6-8142-919B-E7ECC46845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85DA45A5-9E96-A540-A7CB-C6C50E73A7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0361533" y="445558"/>
            <a:ext cx="1304260" cy="480118"/>
          </a:xfrm>
          <a:prstGeom prst="rect">
            <a:avLst/>
          </a:prstGeom>
        </p:spPr>
      </p:pic>
      <p:sp>
        <p:nvSpPr>
          <p:cNvPr id="8" name="Text Placeholder 29">
            <a:extLst>
              <a:ext uri="{FF2B5EF4-FFF2-40B4-BE49-F238E27FC236}">
                <a16:creationId xmlns:a16="http://schemas.microsoft.com/office/drawing/2014/main" id="{BFF0CE34-D1A8-0246-ADEF-5C8D7757129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1963923"/>
            <a:ext cx="5064591" cy="3104603"/>
          </a:xfrm>
        </p:spPr>
        <p:txBody>
          <a:bodyPr>
            <a:noAutofit/>
          </a:bodyPr>
          <a:lstStyle>
            <a:lvl1pPr algn="ctr">
              <a:lnSpc>
                <a:spcPct val="80000"/>
              </a:lnSpc>
              <a:spcAft>
                <a:spcPts val="0"/>
              </a:spcAft>
              <a:defRPr sz="325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X</a:t>
            </a:r>
          </a:p>
        </p:txBody>
      </p:sp>
    </p:spTree>
    <p:extLst>
      <p:ext uri="{BB962C8B-B14F-4D97-AF65-F5344CB8AC3E}">
        <p14:creationId xmlns:p14="http://schemas.microsoft.com/office/powerpoint/2010/main" val="21643684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B3">
    <p:bg>
      <p:bgPr>
        <a:solidFill>
          <a:schemeClr val="tx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B27288C-7259-9C4C-AE4F-E7A2FDA0B2B2}"/>
              </a:ext>
            </a:extLst>
          </p:cNvPr>
          <p:cNvSpPr/>
          <p:nvPr userDrawn="1"/>
        </p:nvSpPr>
        <p:spPr>
          <a:xfrm>
            <a:off x="83127" y="105798"/>
            <a:ext cx="4898251" cy="66350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11" name="Graphic 10">
            <a:extLst>
              <a:ext uri="{FF2B5EF4-FFF2-40B4-BE49-F238E27FC236}">
                <a16:creationId xmlns:a16="http://schemas.microsoft.com/office/drawing/2014/main" id="{B864648D-453B-ED4C-8BB1-586D325E3F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7" name="Text Placeholder 29">
            <a:extLst>
              <a:ext uri="{FF2B5EF4-FFF2-40B4-BE49-F238E27FC236}">
                <a16:creationId xmlns:a16="http://schemas.microsoft.com/office/drawing/2014/main" id="{25C2FE18-7101-835D-ADE0-E6D02E757D2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12" name="Text Placeholder 31">
            <a:extLst>
              <a:ext uri="{FF2B5EF4-FFF2-40B4-BE49-F238E27FC236}">
                <a16:creationId xmlns:a16="http://schemas.microsoft.com/office/drawing/2014/main" id="{E4418E5A-E58F-0B96-77BA-27495CF8E9D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358131908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raphic 13">
            <a:extLst>
              <a:ext uri="{FF2B5EF4-FFF2-40B4-BE49-F238E27FC236}">
                <a16:creationId xmlns:a16="http://schemas.microsoft.com/office/drawing/2014/main" id="{85DA45A5-9E96-A540-A7CB-C6C50E73A7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5558"/>
            <a:ext cx="1304260" cy="480118"/>
          </a:xfrm>
          <a:prstGeom prst="rect">
            <a:avLst/>
          </a:prstGeom>
        </p:spPr>
      </p:pic>
      <p:sp>
        <p:nvSpPr>
          <p:cNvPr id="9" name="Picture Placeholder 4">
            <a:extLst>
              <a:ext uri="{FF2B5EF4-FFF2-40B4-BE49-F238E27FC236}">
                <a16:creationId xmlns:a16="http://schemas.microsoft.com/office/drawing/2014/main" id="{45CF2AFF-6382-CC47-A9B2-6962575BD2A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2" y="0"/>
            <a:ext cx="6096001" cy="6858000"/>
          </a:xfrm>
          <a:prstGeom prst="round1Rect">
            <a:avLst>
              <a:gd name="adj" fmla="val 14462"/>
            </a:avLst>
          </a:prstGeom>
          <a:solidFill>
            <a:schemeClr val="bg1">
              <a:lumMod val="85000"/>
            </a:schemeClr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" name="Text Placeholder 29">
            <a:extLst>
              <a:ext uri="{FF2B5EF4-FFF2-40B4-BE49-F238E27FC236}">
                <a16:creationId xmlns:a16="http://schemas.microsoft.com/office/drawing/2014/main" id="{0061CA4A-3267-0A05-192C-5D4306FFB822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10" name="Text Placeholder 31">
            <a:extLst>
              <a:ext uri="{FF2B5EF4-FFF2-40B4-BE49-F238E27FC236}">
                <a16:creationId xmlns:a16="http://schemas.microsoft.com/office/drawing/2014/main" id="{1A9FCAB2-BA25-DBAB-7A6E-265C863487B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22740184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A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2F82B885-0103-7D42-AE00-61FB2FE0C2F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2" y="0"/>
            <a:ext cx="6096001" cy="6858000"/>
          </a:xfrm>
          <a:custGeom>
            <a:avLst/>
            <a:gdLst>
              <a:gd name="connsiteX0" fmla="*/ 3022951 w 6096001"/>
              <a:gd name="connsiteY0" fmla="*/ 1876235 h 6858000"/>
              <a:gd name="connsiteX1" fmla="*/ 2208500 w 6096001"/>
              <a:gd name="connsiteY1" fmla="*/ 2461578 h 6858000"/>
              <a:gd name="connsiteX2" fmla="*/ 2208500 w 6096001"/>
              <a:gd name="connsiteY2" fmla="*/ 2993835 h 6858000"/>
              <a:gd name="connsiteX3" fmla="*/ 2859036 w 6096001"/>
              <a:gd name="connsiteY3" fmla="*/ 2643188 h 6858000"/>
              <a:gd name="connsiteX4" fmla="*/ 2859036 w 6096001"/>
              <a:gd name="connsiteY4" fmla="*/ 4981766 h 6858000"/>
              <a:gd name="connsiteX5" fmla="*/ 3371270 w 6096001"/>
              <a:gd name="connsiteY5" fmla="*/ 4981766 h 6858000"/>
              <a:gd name="connsiteX6" fmla="*/ 3371270 w 6096001"/>
              <a:gd name="connsiteY6" fmla="*/ 1876235 h 6858000"/>
              <a:gd name="connsiteX7" fmla="*/ 0 w 6096001"/>
              <a:gd name="connsiteY7" fmla="*/ 0 h 6858000"/>
              <a:gd name="connsiteX8" fmla="*/ 5214397 w 6096001"/>
              <a:gd name="connsiteY8" fmla="*/ 0 h 6858000"/>
              <a:gd name="connsiteX9" fmla="*/ 6096001 w 6096001"/>
              <a:gd name="connsiteY9" fmla="*/ 881604 h 6858000"/>
              <a:gd name="connsiteX10" fmla="*/ 6096001 w 6096001"/>
              <a:gd name="connsiteY10" fmla="*/ 6858000 h 6858000"/>
              <a:gd name="connsiteX11" fmla="*/ 0 w 6096001"/>
              <a:gd name="connsiteY1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6001" h="6858000">
                <a:moveTo>
                  <a:pt x="3022951" y="1876235"/>
                </a:moveTo>
                <a:cubicBezTo>
                  <a:pt x="2752748" y="2187766"/>
                  <a:pt x="2482545" y="2379155"/>
                  <a:pt x="2208500" y="2461578"/>
                </a:cubicBezTo>
                <a:lnTo>
                  <a:pt x="2208500" y="2993835"/>
                </a:lnTo>
                <a:cubicBezTo>
                  <a:pt x="2426199" y="2942146"/>
                  <a:pt x="2640057" y="2824798"/>
                  <a:pt x="2859036" y="2643188"/>
                </a:cubicBezTo>
                <a:lnTo>
                  <a:pt x="2859036" y="4981766"/>
                </a:lnTo>
                <a:lnTo>
                  <a:pt x="3371270" y="4981766"/>
                </a:lnTo>
                <a:lnTo>
                  <a:pt x="3371270" y="1876235"/>
                </a:ln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tIns="720000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7986D095-697A-1E47-8E9F-EB12D0E9F6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5558"/>
            <a:ext cx="1304260" cy="480118"/>
          </a:xfrm>
          <a:prstGeom prst="rect">
            <a:avLst/>
          </a:prstGeom>
        </p:spPr>
      </p:pic>
      <p:sp>
        <p:nvSpPr>
          <p:cNvPr id="8" name="Text Placeholder 29">
            <a:extLst>
              <a:ext uri="{FF2B5EF4-FFF2-40B4-BE49-F238E27FC236}">
                <a16:creationId xmlns:a16="http://schemas.microsoft.com/office/drawing/2014/main" id="{814918A3-C773-18F8-ADDE-EC691CAF16C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9" name="Text Placeholder 31">
            <a:extLst>
              <a:ext uri="{FF2B5EF4-FFF2-40B4-BE49-F238E27FC236}">
                <a16:creationId xmlns:a16="http://schemas.microsoft.com/office/drawing/2014/main" id="{B0C1A345-F393-A646-D204-1844335C51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81875639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A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785EFCE5-1951-3242-A232-F252911C4E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2" y="0"/>
            <a:ext cx="6096001" cy="6858000"/>
          </a:xfrm>
          <a:custGeom>
            <a:avLst/>
            <a:gdLst>
              <a:gd name="connsiteX0" fmla="*/ 3078800 w 6096001"/>
              <a:gd name="connsiteY0" fmla="*/ 1892300 h 6858000"/>
              <a:gd name="connsiteX1" fmla="*/ 2003079 w 6096001"/>
              <a:gd name="connsiteY1" fmla="*/ 2443193 h 6858000"/>
              <a:gd name="connsiteX2" fmla="*/ 2435905 w 6096001"/>
              <a:gd name="connsiteY2" fmla="*/ 2746603 h 6858000"/>
              <a:gd name="connsiteX3" fmla="*/ 3026635 w 6096001"/>
              <a:gd name="connsiteY3" fmla="*/ 2408238 h 6858000"/>
              <a:gd name="connsiteX4" fmla="*/ 3472150 w 6096001"/>
              <a:gd name="connsiteY4" fmla="*/ 2777364 h 6858000"/>
              <a:gd name="connsiteX5" fmla="*/ 2825026 w 6096001"/>
              <a:gd name="connsiteY5" fmla="*/ 3514218 h 6858000"/>
              <a:gd name="connsiteX6" fmla="*/ 1986161 w 6096001"/>
              <a:gd name="connsiteY6" fmla="*/ 4857893 h 6858000"/>
              <a:gd name="connsiteX7" fmla="*/ 1986161 w 6096001"/>
              <a:gd name="connsiteY7" fmla="*/ 5014492 h 6858000"/>
              <a:gd name="connsiteX8" fmla="*/ 4102356 w 6096001"/>
              <a:gd name="connsiteY8" fmla="*/ 5014492 h 6858000"/>
              <a:gd name="connsiteX9" fmla="*/ 4102356 w 6096001"/>
              <a:gd name="connsiteY9" fmla="*/ 4515333 h 6858000"/>
              <a:gd name="connsiteX10" fmla="*/ 2614957 w 6096001"/>
              <a:gd name="connsiteY10" fmla="*/ 4515333 h 6858000"/>
              <a:gd name="connsiteX11" fmla="*/ 3301557 w 6096001"/>
              <a:gd name="connsiteY11" fmla="*/ 3809239 h 6858000"/>
              <a:gd name="connsiteX12" fmla="*/ 4053011 w 6096001"/>
              <a:gd name="connsiteY12" fmla="*/ 2750798 h 6858000"/>
              <a:gd name="connsiteX13" fmla="*/ 3078800 w 6096001"/>
              <a:gd name="connsiteY13" fmla="*/ 1892300 h 6858000"/>
              <a:gd name="connsiteX14" fmla="*/ 0 w 6096001"/>
              <a:gd name="connsiteY14" fmla="*/ 0 h 6858000"/>
              <a:gd name="connsiteX15" fmla="*/ 5214397 w 6096001"/>
              <a:gd name="connsiteY15" fmla="*/ 0 h 6858000"/>
              <a:gd name="connsiteX16" fmla="*/ 6096001 w 6096001"/>
              <a:gd name="connsiteY16" fmla="*/ 881604 h 6858000"/>
              <a:gd name="connsiteX17" fmla="*/ 6096001 w 6096001"/>
              <a:gd name="connsiteY17" fmla="*/ 6858000 h 6858000"/>
              <a:gd name="connsiteX18" fmla="*/ 0 w 6096001"/>
              <a:gd name="connsiteY1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096001" h="6858000">
                <a:moveTo>
                  <a:pt x="3078800" y="1892300"/>
                </a:moveTo>
                <a:cubicBezTo>
                  <a:pt x="2571252" y="1892300"/>
                  <a:pt x="2235706" y="2082456"/>
                  <a:pt x="2003079" y="2443193"/>
                </a:cubicBezTo>
                <a:lnTo>
                  <a:pt x="2435905" y="2746603"/>
                </a:lnTo>
                <a:cubicBezTo>
                  <a:pt x="2576891" y="2529882"/>
                  <a:pt x="2768632" y="2408238"/>
                  <a:pt x="3026635" y="2408238"/>
                </a:cubicBezTo>
                <a:cubicBezTo>
                  <a:pt x="3318476" y="2408238"/>
                  <a:pt x="3472150" y="2556447"/>
                  <a:pt x="3472150" y="2777364"/>
                </a:cubicBezTo>
                <a:cubicBezTo>
                  <a:pt x="3472150" y="3020651"/>
                  <a:pt x="3301557" y="3198224"/>
                  <a:pt x="2825026" y="3514218"/>
                </a:cubicBezTo>
                <a:cubicBezTo>
                  <a:pt x="2231476" y="3916901"/>
                  <a:pt x="1986161" y="4315389"/>
                  <a:pt x="1986161" y="4857893"/>
                </a:cubicBezTo>
                <a:lnTo>
                  <a:pt x="1986161" y="5014492"/>
                </a:lnTo>
                <a:lnTo>
                  <a:pt x="4102356" y="5014492"/>
                </a:lnTo>
                <a:lnTo>
                  <a:pt x="4102356" y="4515333"/>
                </a:lnTo>
                <a:lnTo>
                  <a:pt x="2614957" y="4515333"/>
                </a:lnTo>
                <a:cubicBezTo>
                  <a:pt x="2645974" y="4346150"/>
                  <a:pt x="2891289" y="4081889"/>
                  <a:pt x="3301557" y="3809239"/>
                </a:cubicBezTo>
                <a:cubicBezTo>
                  <a:pt x="3834483" y="3456891"/>
                  <a:pt x="4053011" y="3175852"/>
                  <a:pt x="4053011" y="2750798"/>
                </a:cubicBezTo>
                <a:cubicBezTo>
                  <a:pt x="4053011" y="2255833"/>
                  <a:pt x="3646972" y="1892300"/>
                  <a:pt x="3078800" y="1892300"/>
                </a:cubicBez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tIns="720000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pic>
        <p:nvPicPr>
          <p:cNvPr id="40" name="Graphic 39">
            <a:extLst>
              <a:ext uri="{FF2B5EF4-FFF2-40B4-BE49-F238E27FC236}">
                <a16:creationId xmlns:a16="http://schemas.microsoft.com/office/drawing/2014/main" id="{A70D9B68-451F-F24D-9AD8-10CAC455266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5558"/>
            <a:ext cx="1304260" cy="480118"/>
          </a:xfrm>
          <a:prstGeom prst="rect">
            <a:avLst/>
          </a:prstGeom>
        </p:spPr>
      </p:pic>
      <p:sp>
        <p:nvSpPr>
          <p:cNvPr id="6" name="Text Placeholder 29">
            <a:extLst>
              <a:ext uri="{FF2B5EF4-FFF2-40B4-BE49-F238E27FC236}">
                <a16:creationId xmlns:a16="http://schemas.microsoft.com/office/drawing/2014/main" id="{AD887088-580E-3280-834E-11FE0CAB12A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7" name="Text Placeholder 31">
            <a:extLst>
              <a:ext uri="{FF2B5EF4-FFF2-40B4-BE49-F238E27FC236}">
                <a16:creationId xmlns:a16="http://schemas.microsoft.com/office/drawing/2014/main" id="{9D3AEDA3-676C-74F6-E9E7-0A9358720A3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33895929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A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736D7151-EE44-6D41-A861-17BC5B8F000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2" y="0"/>
            <a:ext cx="6096001" cy="6858000"/>
          </a:xfrm>
          <a:custGeom>
            <a:avLst/>
            <a:gdLst>
              <a:gd name="connsiteX0" fmla="*/ 3115819 w 6096001"/>
              <a:gd name="connsiteY0" fmla="*/ 1901215 h 6858000"/>
              <a:gd name="connsiteX1" fmla="*/ 2096475 w 6096001"/>
              <a:gd name="connsiteY1" fmla="*/ 2469051 h 6858000"/>
              <a:gd name="connsiteX2" fmla="*/ 2517092 w 6096001"/>
              <a:gd name="connsiteY2" fmla="*/ 2737003 h 6858000"/>
              <a:gd name="connsiteX3" fmla="*/ 3061016 w 6096001"/>
              <a:gd name="connsiteY3" fmla="*/ 2401022 h 6858000"/>
              <a:gd name="connsiteX4" fmla="*/ 3455600 w 6096001"/>
              <a:gd name="connsiteY4" fmla="*/ 2732838 h 6858000"/>
              <a:gd name="connsiteX5" fmla="*/ 2725345 w 6096001"/>
              <a:gd name="connsiteY5" fmla="*/ 3202101 h 6858000"/>
              <a:gd name="connsiteX6" fmla="*/ 2725345 w 6096001"/>
              <a:gd name="connsiteY6" fmla="*/ 3663034 h 6858000"/>
              <a:gd name="connsiteX7" fmla="*/ 3570688 w 6096001"/>
              <a:gd name="connsiteY7" fmla="*/ 4110083 h 6858000"/>
              <a:gd name="connsiteX8" fmla="*/ 3044575 w 6096001"/>
              <a:gd name="connsiteY8" fmla="*/ 4544637 h 6858000"/>
              <a:gd name="connsiteX9" fmla="*/ 2300618 w 6096001"/>
              <a:gd name="connsiteY9" fmla="*/ 4273909 h 6858000"/>
              <a:gd name="connsiteX10" fmla="*/ 1977278 w 6096001"/>
              <a:gd name="connsiteY10" fmla="*/ 4712628 h 6858000"/>
              <a:gd name="connsiteX11" fmla="*/ 1978648 w 6096001"/>
              <a:gd name="connsiteY11" fmla="*/ 4711240 h 6858000"/>
              <a:gd name="connsiteX12" fmla="*/ 3048685 w 6096001"/>
              <a:gd name="connsiteY12" fmla="*/ 5043056 h 6858000"/>
              <a:gd name="connsiteX13" fmla="*/ 4118722 w 6096001"/>
              <a:gd name="connsiteY13" fmla="*/ 4126744 h 6858000"/>
              <a:gd name="connsiteX14" fmla="*/ 3455600 w 6096001"/>
              <a:gd name="connsiteY14" fmla="*/ 3360373 h 6858000"/>
              <a:gd name="connsiteX15" fmla="*/ 3999524 w 6096001"/>
              <a:gd name="connsiteY15" fmla="*/ 2628712 h 6858000"/>
              <a:gd name="connsiteX16" fmla="*/ 3115819 w 6096001"/>
              <a:gd name="connsiteY16" fmla="*/ 1901215 h 6858000"/>
              <a:gd name="connsiteX17" fmla="*/ 0 w 6096001"/>
              <a:gd name="connsiteY17" fmla="*/ 0 h 6858000"/>
              <a:gd name="connsiteX18" fmla="*/ 5214397 w 6096001"/>
              <a:gd name="connsiteY18" fmla="*/ 0 h 6858000"/>
              <a:gd name="connsiteX19" fmla="*/ 6096001 w 6096001"/>
              <a:gd name="connsiteY19" fmla="*/ 881604 h 6858000"/>
              <a:gd name="connsiteX20" fmla="*/ 6096001 w 6096001"/>
              <a:gd name="connsiteY20" fmla="*/ 6858000 h 6858000"/>
              <a:gd name="connsiteX21" fmla="*/ 0 w 6096001"/>
              <a:gd name="connsiteY2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6096001" h="6858000">
                <a:moveTo>
                  <a:pt x="3115819" y="1901215"/>
                </a:moveTo>
                <a:cubicBezTo>
                  <a:pt x="2614368" y="1901215"/>
                  <a:pt x="2278697" y="2128905"/>
                  <a:pt x="2096475" y="2469051"/>
                </a:cubicBezTo>
                <a:lnTo>
                  <a:pt x="2517092" y="2737003"/>
                </a:lnTo>
                <a:cubicBezTo>
                  <a:pt x="2602037" y="2581508"/>
                  <a:pt x="2780148" y="2401022"/>
                  <a:pt x="3061016" y="2401022"/>
                </a:cubicBezTo>
                <a:cubicBezTo>
                  <a:pt x="3302151" y="2401022"/>
                  <a:pt x="3455600" y="2534304"/>
                  <a:pt x="3455600" y="2732838"/>
                </a:cubicBezTo>
                <a:cubicBezTo>
                  <a:pt x="3455600" y="2964693"/>
                  <a:pt x="3285710" y="3197936"/>
                  <a:pt x="2725345" y="3202101"/>
                </a:cubicBezTo>
                <a:lnTo>
                  <a:pt x="2725345" y="3663034"/>
                </a:lnTo>
                <a:cubicBezTo>
                  <a:pt x="3303521" y="3663034"/>
                  <a:pt x="3570688" y="3825471"/>
                  <a:pt x="3570688" y="4110083"/>
                </a:cubicBezTo>
                <a:cubicBezTo>
                  <a:pt x="3570688" y="4372481"/>
                  <a:pt x="3384356" y="4544637"/>
                  <a:pt x="3044575" y="4544637"/>
                </a:cubicBezTo>
                <a:cubicBezTo>
                  <a:pt x="2737676" y="4544637"/>
                  <a:pt x="2504761" y="4433570"/>
                  <a:pt x="2300618" y="4273909"/>
                </a:cubicBezTo>
                <a:lnTo>
                  <a:pt x="1977278" y="4712628"/>
                </a:lnTo>
                <a:lnTo>
                  <a:pt x="1978648" y="4711240"/>
                </a:lnTo>
                <a:cubicBezTo>
                  <a:pt x="2271846" y="4926434"/>
                  <a:pt x="2581486" y="5043056"/>
                  <a:pt x="3048685" y="5043056"/>
                </a:cubicBezTo>
                <a:cubicBezTo>
                  <a:pt x="3698106" y="5043056"/>
                  <a:pt x="4118722" y="4659870"/>
                  <a:pt x="4118722" y="4126744"/>
                </a:cubicBezTo>
                <a:cubicBezTo>
                  <a:pt x="4118722" y="3708850"/>
                  <a:pt x="3863886" y="3468665"/>
                  <a:pt x="3455600" y="3360373"/>
                </a:cubicBezTo>
                <a:cubicBezTo>
                  <a:pt x="3791271" y="3239587"/>
                  <a:pt x="3999524" y="2999402"/>
                  <a:pt x="3999524" y="2628712"/>
                </a:cubicBezTo>
                <a:cubicBezTo>
                  <a:pt x="3999524" y="2206653"/>
                  <a:pt x="3617271" y="1901215"/>
                  <a:pt x="3115819" y="1901215"/>
                </a:cubicBez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tIns="720000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85DA45A5-9E96-A540-A7CB-C6C50E73A7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5558"/>
            <a:ext cx="1304260" cy="480118"/>
          </a:xfrm>
          <a:prstGeom prst="rect">
            <a:avLst/>
          </a:prstGeom>
        </p:spPr>
      </p:pic>
      <p:sp>
        <p:nvSpPr>
          <p:cNvPr id="8" name="Text Placeholder 29">
            <a:extLst>
              <a:ext uri="{FF2B5EF4-FFF2-40B4-BE49-F238E27FC236}">
                <a16:creationId xmlns:a16="http://schemas.microsoft.com/office/drawing/2014/main" id="{B2461434-5D17-DC5F-DC1A-E69D4E2BBC1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9" name="Text Placeholder 31">
            <a:extLst>
              <a:ext uri="{FF2B5EF4-FFF2-40B4-BE49-F238E27FC236}">
                <a16:creationId xmlns:a16="http://schemas.microsoft.com/office/drawing/2014/main" id="{63FD04FF-C6D3-AE64-9C91-6E3CEBDB6B0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7719727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A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8AEA1B93-DB0B-33C4-6C50-8FD2474CA50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6096001" cy="6858000"/>
          </a:xfrm>
          <a:custGeom>
            <a:avLst/>
            <a:gdLst>
              <a:gd name="connsiteX0" fmla="*/ 3218999 w 6096001"/>
              <a:gd name="connsiteY0" fmla="*/ 2668987 h 6858000"/>
              <a:gd name="connsiteX1" fmla="*/ 3218999 w 6096001"/>
              <a:gd name="connsiteY1" fmla="*/ 3752595 h 6858000"/>
              <a:gd name="connsiteX2" fmla="*/ 2442001 w 6096001"/>
              <a:gd name="connsiteY2" fmla="*/ 3752595 h 6858000"/>
              <a:gd name="connsiteX3" fmla="*/ 3218999 w 6096001"/>
              <a:gd name="connsiteY3" fmla="*/ 1883188 h 6858000"/>
              <a:gd name="connsiteX4" fmla="*/ 1820976 w 6096001"/>
              <a:gd name="connsiteY4" fmla="*/ 3839578 h 6858000"/>
              <a:gd name="connsiteX5" fmla="*/ 1820976 w 6096001"/>
              <a:gd name="connsiteY5" fmla="*/ 4242061 h 6858000"/>
              <a:gd name="connsiteX6" fmla="*/ 3218999 w 6096001"/>
              <a:gd name="connsiteY6" fmla="*/ 4242061 h 6858000"/>
              <a:gd name="connsiteX7" fmla="*/ 3218999 w 6096001"/>
              <a:gd name="connsiteY7" fmla="*/ 5164970 h 6858000"/>
              <a:gd name="connsiteX8" fmla="*/ 3791372 w 6096001"/>
              <a:gd name="connsiteY8" fmla="*/ 5164970 h 6858000"/>
              <a:gd name="connsiteX9" fmla="*/ 3791372 w 6096001"/>
              <a:gd name="connsiteY9" fmla="*/ 4242061 h 6858000"/>
              <a:gd name="connsiteX10" fmla="*/ 4275028 w 6096001"/>
              <a:gd name="connsiteY10" fmla="*/ 4242061 h 6858000"/>
              <a:gd name="connsiteX11" fmla="*/ 4275028 w 6096001"/>
              <a:gd name="connsiteY11" fmla="*/ 3752595 h 6858000"/>
              <a:gd name="connsiteX12" fmla="*/ 3791372 w 6096001"/>
              <a:gd name="connsiteY12" fmla="*/ 3752595 h 6858000"/>
              <a:gd name="connsiteX13" fmla="*/ 3791372 w 6096001"/>
              <a:gd name="connsiteY13" fmla="*/ 1883188 h 6858000"/>
              <a:gd name="connsiteX14" fmla="*/ 0 w 6096001"/>
              <a:gd name="connsiteY14" fmla="*/ 0 h 6858000"/>
              <a:gd name="connsiteX15" fmla="*/ 5214397 w 6096001"/>
              <a:gd name="connsiteY15" fmla="*/ 0 h 6858000"/>
              <a:gd name="connsiteX16" fmla="*/ 6096001 w 6096001"/>
              <a:gd name="connsiteY16" fmla="*/ 881604 h 6858000"/>
              <a:gd name="connsiteX17" fmla="*/ 6096001 w 6096001"/>
              <a:gd name="connsiteY17" fmla="*/ 6858000 h 6858000"/>
              <a:gd name="connsiteX18" fmla="*/ 0 w 6096001"/>
              <a:gd name="connsiteY1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096001" h="6858000">
                <a:moveTo>
                  <a:pt x="3218999" y="2668987"/>
                </a:moveTo>
                <a:lnTo>
                  <a:pt x="3218999" y="3752595"/>
                </a:lnTo>
                <a:lnTo>
                  <a:pt x="2442001" y="3752595"/>
                </a:lnTo>
                <a:close/>
                <a:moveTo>
                  <a:pt x="3218999" y="1883188"/>
                </a:moveTo>
                <a:lnTo>
                  <a:pt x="1820976" y="3839578"/>
                </a:lnTo>
                <a:lnTo>
                  <a:pt x="1820976" y="4242061"/>
                </a:lnTo>
                <a:lnTo>
                  <a:pt x="3218999" y="4242061"/>
                </a:lnTo>
                <a:lnTo>
                  <a:pt x="3218999" y="5164970"/>
                </a:lnTo>
                <a:lnTo>
                  <a:pt x="3791372" y="5164970"/>
                </a:lnTo>
                <a:lnTo>
                  <a:pt x="3791372" y="4242061"/>
                </a:lnTo>
                <a:lnTo>
                  <a:pt x="4275028" y="4242061"/>
                </a:lnTo>
                <a:lnTo>
                  <a:pt x="4275028" y="3752595"/>
                </a:lnTo>
                <a:lnTo>
                  <a:pt x="3791372" y="3752595"/>
                </a:lnTo>
                <a:lnTo>
                  <a:pt x="3791372" y="1883188"/>
                </a:ln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85DA45A5-9E96-A540-A7CB-C6C50E73A7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5558"/>
            <a:ext cx="1304260" cy="480118"/>
          </a:xfrm>
          <a:prstGeom prst="rect">
            <a:avLst/>
          </a:prstGeom>
        </p:spPr>
      </p:pic>
      <p:sp>
        <p:nvSpPr>
          <p:cNvPr id="8" name="Text Placeholder 29">
            <a:extLst>
              <a:ext uri="{FF2B5EF4-FFF2-40B4-BE49-F238E27FC236}">
                <a16:creationId xmlns:a16="http://schemas.microsoft.com/office/drawing/2014/main" id="{3314B818-1A45-4088-0941-EB7C6968EA1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9" name="Text Placeholder 31">
            <a:extLst>
              <a:ext uri="{FF2B5EF4-FFF2-40B4-BE49-F238E27FC236}">
                <a16:creationId xmlns:a16="http://schemas.microsoft.com/office/drawing/2014/main" id="{5C3A23D4-78BE-16F7-8E29-ADEBA311D00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8569026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A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raphic 13">
            <a:extLst>
              <a:ext uri="{FF2B5EF4-FFF2-40B4-BE49-F238E27FC236}">
                <a16:creationId xmlns:a16="http://schemas.microsoft.com/office/drawing/2014/main" id="{85DA45A5-9E96-A540-A7CB-C6C50E73A7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5558"/>
            <a:ext cx="1304260" cy="480118"/>
          </a:xfrm>
          <a:prstGeom prst="rect">
            <a:avLst/>
          </a:prstGeom>
        </p:spPr>
      </p:pic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43EB15E-A314-36FE-8F19-4C79176CF3C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-2" y="0"/>
            <a:ext cx="6096001" cy="6858000"/>
          </a:xfrm>
          <a:custGeom>
            <a:avLst/>
            <a:gdLst>
              <a:gd name="connsiteX0" fmla="*/ 2264571 w 6096001"/>
              <a:gd name="connsiteY0" fmla="*/ 1883188 h 6858000"/>
              <a:gd name="connsiteX1" fmla="*/ 2167943 w 6096001"/>
              <a:gd name="connsiteY1" fmla="*/ 3625805 h 6858000"/>
              <a:gd name="connsiteX2" fmla="*/ 2578239 w 6096001"/>
              <a:gd name="connsiteY2" fmla="*/ 3754069 h 6858000"/>
              <a:gd name="connsiteX3" fmla="*/ 3056918 w 6096001"/>
              <a:gd name="connsiteY3" fmla="*/ 3625805 h 6858000"/>
              <a:gd name="connsiteX4" fmla="*/ 3638171 w 6096001"/>
              <a:gd name="connsiteY4" fmla="*/ 4124117 h 6858000"/>
              <a:gd name="connsiteX5" fmla="*/ 3047999 w 6096001"/>
              <a:gd name="connsiteY5" fmla="*/ 4644543 h 6858000"/>
              <a:gd name="connsiteX6" fmla="*/ 2222946 w 6096001"/>
              <a:gd name="connsiteY6" fmla="*/ 4342313 h 6858000"/>
              <a:gd name="connsiteX7" fmla="*/ 1933063 w 6096001"/>
              <a:gd name="connsiteY7" fmla="*/ 4822933 h 6858000"/>
              <a:gd name="connsiteX8" fmla="*/ 3058405 w 6096001"/>
              <a:gd name="connsiteY8" fmla="*/ 5175290 h 6858000"/>
              <a:gd name="connsiteX9" fmla="*/ 4229830 w 6096001"/>
              <a:gd name="connsiteY9" fmla="*/ 4110849 h 6858000"/>
              <a:gd name="connsiteX10" fmla="*/ 3178818 w 6096001"/>
              <a:gd name="connsiteY10" fmla="*/ 3114225 h 6858000"/>
              <a:gd name="connsiteX11" fmla="*/ 2689733 w 6096001"/>
              <a:gd name="connsiteY11" fmla="*/ 3214477 h 6858000"/>
              <a:gd name="connsiteX12" fmla="*/ 2744736 w 6096001"/>
              <a:gd name="connsiteY12" fmla="*/ 2409511 h 6858000"/>
              <a:gd name="connsiteX13" fmla="*/ 4026169 w 6096001"/>
              <a:gd name="connsiteY13" fmla="*/ 2409511 h 6858000"/>
              <a:gd name="connsiteX14" fmla="*/ 4026169 w 6096001"/>
              <a:gd name="connsiteY14" fmla="*/ 1883188 h 6858000"/>
              <a:gd name="connsiteX15" fmla="*/ 0 w 6096001"/>
              <a:gd name="connsiteY15" fmla="*/ 0 h 6858000"/>
              <a:gd name="connsiteX16" fmla="*/ 5214397 w 6096001"/>
              <a:gd name="connsiteY16" fmla="*/ 0 h 6858000"/>
              <a:gd name="connsiteX17" fmla="*/ 6096001 w 6096001"/>
              <a:gd name="connsiteY17" fmla="*/ 881604 h 6858000"/>
              <a:gd name="connsiteX18" fmla="*/ 6096001 w 6096001"/>
              <a:gd name="connsiteY18" fmla="*/ 6858000 h 6858000"/>
              <a:gd name="connsiteX19" fmla="*/ 0 w 6096001"/>
              <a:gd name="connsiteY1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6001" h="6858000">
                <a:moveTo>
                  <a:pt x="2264571" y="1883188"/>
                </a:moveTo>
                <a:lnTo>
                  <a:pt x="2167943" y="3625805"/>
                </a:lnTo>
                <a:lnTo>
                  <a:pt x="2578239" y="3754069"/>
                </a:lnTo>
                <a:cubicBezTo>
                  <a:pt x="2706085" y="3671508"/>
                  <a:pt x="2863663" y="3625805"/>
                  <a:pt x="3056918" y="3625805"/>
                </a:cubicBezTo>
                <a:cubicBezTo>
                  <a:pt x="3412211" y="3625805"/>
                  <a:pt x="3638171" y="3814515"/>
                  <a:pt x="3638171" y="4124117"/>
                </a:cubicBezTo>
                <a:cubicBezTo>
                  <a:pt x="3638171" y="4433719"/>
                  <a:pt x="3412211" y="4644543"/>
                  <a:pt x="3047999" y="4644543"/>
                </a:cubicBezTo>
                <a:cubicBezTo>
                  <a:pt x="2720951" y="4644543"/>
                  <a:pt x="2435527" y="4511857"/>
                  <a:pt x="2222946" y="4342313"/>
                </a:cubicBezTo>
                <a:lnTo>
                  <a:pt x="1933063" y="4822933"/>
                </a:lnTo>
                <a:cubicBezTo>
                  <a:pt x="2173889" y="5024912"/>
                  <a:pt x="2542561" y="5175290"/>
                  <a:pt x="3058405" y="5175290"/>
                </a:cubicBezTo>
                <a:cubicBezTo>
                  <a:pt x="3755611" y="5175290"/>
                  <a:pt x="4229830" y="4728578"/>
                  <a:pt x="4229830" y="4110849"/>
                </a:cubicBezTo>
                <a:cubicBezTo>
                  <a:pt x="4229830" y="3493119"/>
                  <a:pt x="3801695" y="3114225"/>
                  <a:pt x="3178818" y="3114225"/>
                </a:cubicBezTo>
                <a:cubicBezTo>
                  <a:pt x="3007861" y="3114225"/>
                  <a:pt x="2810146" y="3155505"/>
                  <a:pt x="2689733" y="3214477"/>
                </a:cubicBezTo>
                <a:lnTo>
                  <a:pt x="2744736" y="2409511"/>
                </a:lnTo>
                <a:lnTo>
                  <a:pt x="4026169" y="2409511"/>
                </a:lnTo>
                <a:lnTo>
                  <a:pt x="4026169" y="1883188"/>
                </a:ln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" name="Text Placeholder 29">
            <a:extLst>
              <a:ext uri="{FF2B5EF4-FFF2-40B4-BE49-F238E27FC236}">
                <a16:creationId xmlns:a16="http://schemas.microsoft.com/office/drawing/2014/main" id="{44E4F9BB-131C-DA11-8330-1278532DD3C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9" name="Text Placeholder 31">
            <a:extLst>
              <a:ext uri="{FF2B5EF4-FFF2-40B4-BE49-F238E27FC236}">
                <a16:creationId xmlns:a16="http://schemas.microsoft.com/office/drawing/2014/main" id="{26A6169B-562B-8F66-2B5C-19489101B6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117389960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A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A1BA5AB5-3C92-5003-411D-080017FB62F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-2" y="0"/>
            <a:ext cx="6096001" cy="6858000"/>
          </a:xfrm>
          <a:custGeom>
            <a:avLst/>
            <a:gdLst>
              <a:gd name="connsiteX0" fmla="*/ 3077268 w 6096001"/>
              <a:gd name="connsiteY0" fmla="*/ 3517274 h 6858000"/>
              <a:gd name="connsiteX1" fmla="*/ 3608256 w 6096001"/>
              <a:gd name="connsiteY1" fmla="*/ 4024085 h 6858000"/>
              <a:gd name="connsiteX2" fmla="*/ 3609649 w 6096001"/>
              <a:gd name="connsiteY2" fmla="*/ 4025458 h 6858000"/>
              <a:gd name="connsiteX3" fmla="*/ 3064725 w 6096001"/>
              <a:gd name="connsiteY3" fmla="*/ 4548751 h 6858000"/>
              <a:gd name="connsiteX4" fmla="*/ 2503076 w 6096001"/>
              <a:gd name="connsiteY4" fmla="*/ 3973266 h 6858000"/>
              <a:gd name="connsiteX5" fmla="*/ 3077268 w 6096001"/>
              <a:gd name="connsiteY5" fmla="*/ 3517274 h 6858000"/>
              <a:gd name="connsiteX6" fmla="*/ 3834030 w 6096001"/>
              <a:gd name="connsiteY6" fmla="*/ 1925421 h 6858000"/>
              <a:gd name="connsiteX7" fmla="*/ 1945608 w 6096001"/>
              <a:gd name="connsiteY7" fmla="*/ 3731535 h 6858000"/>
              <a:gd name="connsiteX8" fmla="*/ 3085630 w 6096001"/>
              <a:gd name="connsiteY8" fmla="*/ 5025345 h 6858000"/>
              <a:gd name="connsiteX9" fmla="*/ 4148999 w 6096001"/>
              <a:gd name="connsiteY9" fmla="*/ 4015844 h 6858000"/>
              <a:gd name="connsiteX10" fmla="*/ 4150393 w 6096001"/>
              <a:gd name="connsiteY10" fmla="*/ 4015844 h 6858000"/>
              <a:gd name="connsiteX11" fmla="*/ 3195730 w 6096001"/>
              <a:gd name="connsiteY11" fmla="*/ 3083257 h 6858000"/>
              <a:gd name="connsiteX12" fmla="*/ 2525374 w 6096001"/>
              <a:gd name="connsiteY12" fmla="*/ 3338723 h 6858000"/>
              <a:gd name="connsiteX13" fmla="*/ 3946917 w 6096001"/>
              <a:gd name="connsiteY13" fmla="*/ 2402015 h 6858000"/>
              <a:gd name="connsiteX14" fmla="*/ 0 w 6096001"/>
              <a:gd name="connsiteY14" fmla="*/ 0 h 6858000"/>
              <a:gd name="connsiteX15" fmla="*/ 5214397 w 6096001"/>
              <a:gd name="connsiteY15" fmla="*/ 0 h 6858000"/>
              <a:gd name="connsiteX16" fmla="*/ 6096001 w 6096001"/>
              <a:gd name="connsiteY16" fmla="*/ 881604 h 6858000"/>
              <a:gd name="connsiteX17" fmla="*/ 6096001 w 6096001"/>
              <a:gd name="connsiteY17" fmla="*/ 6858000 h 6858000"/>
              <a:gd name="connsiteX18" fmla="*/ 0 w 6096001"/>
              <a:gd name="connsiteY1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096001" h="6858000">
                <a:moveTo>
                  <a:pt x="3077268" y="3517274"/>
                </a:moveTo>
                <a:cubicBezTo>
                  <a:pt x="3396418" y="3517274"/>
                  <a:pt x="3608256" y="3704066"/>
                  <a:pt x="3608256" y="4024085"/>
                </a:cubicBezTo>
                <a:lnTo>
                  <a:pt x="3609649" y="4025458"/>
                </a:lnTo>
                <a:cubicBezTo>
                  <a:pt x="3609649" y="4352344"/>
                  <a:pt x="3379694" y="4548751"/>
                  <a:pt x="3064725" y="4548751"/>
                </a:cubicBezTo>
                <a:cubicBezTo>
                  <a:pt x="2727457" y="4548751"/>
                  <a:pt x="2503076" y="4293285"/>
                  <a:pt x="2503076" y="3973266"/>
                </a:cubicBezTo>
                <a:cubicBezTo>
                  <a:pt x="2503076" y="3691705"/>
                  <a:pt x="2779022" y="3517274"/>
                  <a:pt x="3077268" y="3517274"/>
                </a:cubicBezTo>
                <a:close/>
                <a:moveTo>
                  <a:pt x="3834030" y="1925421"/>
                </a:moveTo>
                <a:cubicBezTo>
                  <a:pt x="2503076" y="1967999"/>
                  <a:pt x="1945608" y="2776973"/>
                  <a:pt x="1945608" y="3731535"/>
                </a:cubicBezTo>
                <a:cubicBezTo>
                  <a:pt x="1945608" y="4574847"/>
                  <a:pt x="2416668" y="5025345"/>
                  <a:pt x="3085630" y="5025345"/>
                </a:cubicBezTo>
                <a:cubicBezTo>
                  <a:pt x="3700238" y="5025345"/>
                  <a:pt x="4148999" y="4616051"/>
                  <a:pt x="4148999" y="4015844"/>
                </a:cubicBezTo>
                <a:lnTo>
                  <a:pt x="4150393" y="4015844"/>
                </a:lnTo>
                <a:cubicBezTo>
                  <a:pt x="4150393" y="3432119"/>
                  <a:pt x="3730899" y="3083257"/>
                  <a:pt x="3195730" y="3083257"/>
                </a:cubicBezTo>
                <a:cubicBezTo>
                  <a:pt x="2897484" y="3083257"/>
                  <a:pt x="2654986" y="3210990"/>
                  <a:pt x="2525374" y="3338723"/>
                </a:cubicBezTo>
                <a:cubicBezTo>
                  <a:pt x="2710732" y="2700059"/>
                  <a:pt x="3160888" y="2436352"/>
                  <a:pt x="3946917" y="2402015"/>
                </a:cubicBez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85DA45A5-9E96-A540-A7CB-C6C50E73A7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5558"/>
            <a:ext cx="1304260" cy="480118"/>
          </a:xfrm>
          <a:prstGeom prst="rect">
            <a:avLst/>
          </a:prstGeom>
        </p:spPr>
      </p:pic>
      <p:sp>
        <p:nvSpPr>
          <p:cNvPr id="8" name="Text Placeholder 29">
            <a:extLst>
              <a:ext uri="{FF2B5EF4-FFF2-40B4-BE49-F238E27FC236}">
                <a16:creationId xmlns:a16="http://schemas.microsoft.com/office/drawing/2014/main" id="{7BB44742-AE3F-8E84-7834-7B05B9090FA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9" name="Text Placeholder 31">
            <a:extLst>
              <a:ext uri="{FF2B5EF4-FFF2-40B4-BE49-F238E27FC236}">
                <a16:creationId xmlns:a16="http://schemas.microsoft.com/office/drawing/2014/main" id="{7B5AA4FE-F153-D70D-DFCB-AA26BFD8A1F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253400346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B1">
    <p:bg>
      <p:bgPr>
        <a:solidFill>
          <a:schemeClr val="tx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D21E2CB-391E-E74E-90AE-4B5A47140739}"/>
              </a:ext>
            </a:extLst>
          </p:cNvPr>
          <p:cNvSpPr/>
          <p:nvPr userDrawn="1"/>
        </p:nvSpPr>
        <p:spPr>
          <a:xfrm>
            <a:off x="83127" y="105798"/>
            <a:ext cx="4898251" cy="66350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2F82B885-0103-7D42-AE00-61FB2FE0C2F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2" y="0"/>
            <a:ext cx="6096001" cy="6858000"/>
          </a:xfrm>
          <a:custGeom>
            <a:avLst/>
            <a:gdLst>
              <a:gd name="connsiteX0" fmla="*/ 3022951 w 6096001"/>
              <a:gd name="connsiteY0" fmla="*/ 1876235 h 6858000"/>
              <a:gd name="connsiteX1" fmla="*/ 2208500 w 6096001"/>
              <a:gd name="connsiteY1" fmla="*/ 2461578 h 6858000"/>
              <a:gd name="connsiteX2" fmla="*/ 2208500 w 6096001"/>
              <a:gd name="connsiteY2" fmla="*/ 2993835 h 6858000"/>
              <a:gd name="connsiteX3" fmla="*/ 2859036 w 6096001"/>
              <a:gd name="connsiteY3" fmla="*/ 2643188 h 6858000"/>
              <a:gd name="connsiteX4" fmla="*/ 2859036 w 6096001"/>
              <a:gd name="connsiteY4" fmla="*/ 4981766 h 6858000"/>
              <a:gd name="connsiteX5" fmla="*/ 3371270 w 6096001"/>
              <a:gd name="connsiteY5" fmla="*/ 4981766 h 6858000"/>
              <a:gd name="connsiteX6" fmla="*/ 3371270 w 6096001"/>
              <a:gd name="connsiteY6" fmla="*/ 1876235 h 6858000"/>
              <a:gd name="connsiteX7" fmla="*/ 0 w 6096001"/>
              <a:gd name="connsiteY7" fmla="*/ 0 h 6858000"/>
              <a:gd name="connsiteX8" fmla="*/ 5214397 w 6096001"/>
              <a:gd name="connsiteY8" fmla="*/ 0 h 6858000"/>
              <a:gd name="connsiteX9" fmla="*/ 6096001 w 6096001"/>
              <a:gd name="connsiteY9" fmla="*/ 881604 h 6858000"/>
              <a:gd name="connsiteX10" fmla="*/ 6096001 w 6096001"/>
              <a:gd name="connsiteY10" fmla="*/ 6858000 h 6858000"/>
              <a:gd name="connsiteX11" fmla="*/ 0 w 6096001"/>
              <a:gd name="connsiteY1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6001" h="6858000">
                <a:moveTo>
                  <a:pt x="3022951" y="1876235"/>
                </a:moveTo>
                <a:cubicBezTo>
                  <a:pt x="2752748" y="2187766"/>
                  <a:pt x="2482545" y="2379155"/>
                  <a:pt x="2208500" y="2461578"/>
                </a:cubicBezTo>
                <a:lnTo>
                  <a:pt x="2208500" y="2993835"/>
                </a:lnTo>
                <a:cubicBezTo>
                  <a:pt x="2426199" y="2942146"/>
                  <a:pt x="2640057" y="2824798"/>
                  <a:pt x="2859036" y="2643188"/>
                </a:cubicBezTo>
                <a:lnTo>
                  <a:pt x="2859036" y="4981766"/>
                </a:lnTo>
                <a:lnTo>
                  <a:pt x="3371270" y="4981766"/>
                </a:lnTo>
                <a:lnTo>
                  <a:pt x="3371270" y="1876235"/>
                </a:ln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tIns="7200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3EC50268-B292-A44F-BED3-2C5DBBD2606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7" name="Text Placeholder 29">
            <a:extLst>
              <a:ext uri="{FF2B5EF4-FFF2-40B4-BE49-F238E27FC236}">
                <a16:creationId xmlns:a16="http://schemas.microsoft.com/office/drawing/2014/main" id="{F9D1ECA4-2E76-AFCB-1752-45EC49E126B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9" name="Text Placeholder 31">
            <a:extLst>
              <a:ext uri="{FF2B5EF4-FFF2-40B4-BE49-F238E27FC236}">
                <a16:creationId xmlns:a16="http://schemas.microsoft.com/office/drawing/2014/main" id="{210A6CFC-9DAE-801C-CBAB-81E6DC1F915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379274384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B2">
    <p:bg>
      <p:bgPr>
        <a:solidFill>
          <a:schemeClr val="tx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9D8B3FAE-10BA-7845-921A-76D948055D40}"/>
              </a:ext>
            </a:extLst>
          </p:cNvPr>
          <p:cNvSpPr/>
          <p:nvPr userDrawn="1"/>
        </p:nvSpPr>
        <p:spPr>
          <a:xfrm>
            <a:off x="83127" y="105798"/>
            <a:ext cx="4898251" cy="66350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71AEB3A9-DC85-414C-A1EF-308330C0697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785EFCE5-1951-3242-A232-F252911C4E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2" y="0"/>
            <a:ext cx="6096001" cy="6858000"/>
          </a:xfrm>
          <a:custGeom>
            <a:avLst/>
            <a:gdLst>
              <a:gd name="connsiteX0" fmla="*/ 3078800 w 6096001"/>
              <a:gd name="connsiteY0" fmla="*/ 1892300 h 6858000"/>
              <a:gd name="connsiteX1" fmla="*/ 2003079 w 6096001"/>
              <a:gd name="connsiteY1" fmla="*/ 2443193 h 6858000"/>
              <a:gd name="connsiteX2" fmla="*/ 2435905 w 6096001"/>
              <a:gd name="connsiteY2" fmla="*/ 2746603 h 6858000"/>
              <a:gd name="connsiteX3" fmla="*/ 3026635 w 6096001"/>
              <a:gd name="connsiteY3" fmla="*/ 2408238 h 6858000"/>
              <a:gd name="connsiteX4" fmla="*/ 3472150 w 6096001"/>
              <a:gd name="connsiteY4" fmla="*/ 2777364 h 6858000"/>
              <a:gd name="connsiteX5" fmla="*/ 2825026 w 6096001"/>
              <a:gd name="connsiteY5" fmla="*/ 3514218 h 6858000"/>
              <a:gd name="connsiteX6" fmla="*/ 1986161 w 6096001"/>
              <a:gd name="connsiteY6" fmla="*/ 4857893 h 6858000"/>
              <a:gd name="connsiteX7" fmla="*/ 1986161 w 6096001"/>
              <a:gd name="connsiteY7" fmla="*/ 5014492 h 6858000"/>
              <a:gd name="connsiteX8" fmla="*/ 4102356 w 6096001"/>
              <a:gd name="connsiteY8" fmla="*/ 5014492 h 6858000"/>
              <a:gd name="connsiteX9" fmla="*/ 4102356 w 6096001"/>
              <a:gd name="connsiteY9" fmla="*/ 4515333 h 6858000"/>
              <a:gd name="connsiteX10" fmla="*/ 2614957 w 6096001"/>
              <a:gd name="connsiteY10" fmla="*/ 4515333 h 6858000"/>
              <a:gd name="connsiteX11" fmla="*/ 3301557 w 6096001"/>
              <a:gd name="connsiteY11" fmla="*/ 3809239 h 6858000"/>
              <a:gd name="connsiteX12" fmla="*/ 4053011 w 6096001"/>
              <a:gd name="connsiteY12" fmla="*/ 2750798 h 6858000"/>
              <a:gd name="connsiteX13" fmla="*/ 3078800 w 6096001"/>
              <a:gd name="connsiteY13" fmla="*/ 1892300 h 6858000"/>
              <a:gd name="connsiteX14" fmla="*/ 0 w 6096001"/>
              <a:gd name="connsiteY14" fmla="*/ 0 h 6858000"/>
              <a:gd name="connsiteX15" fmla="*/ 5214397 w 6096001"/>
              <a:gd name="connsiteY15" fmla="*/ 0 h 6858000"/>
              <a:gd name="connsiteX16" fmla="*/ 6096001 w 6096001"/>
              <a:gd name="connsiteY16" fmla="*/ 881604 h 6858000"/>
              <a:gd name="connsiteX17" fmla="*/ 6096001 w 6096001"/>
              <a:gd name="connsiteY17" fmla="*/ 6858000 h 6858000"/>
              <a:gd name="connsiteX18" fmla="*/ 0 w 6096001"/>
              <a:gd name="connsiteY1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096001" h="6858000">
                <a:moveTo>
                  <a:pt x="3078800" y="1892300"/>
                </a:moveTo>
                <a:cubicBezTo>
                  <a:pt x="2571252" y="1892300"/>
                  <a:pt x="2235706" y="2082456"/>
                  <a:pt x="2003079" y="2443193"/>
                </a:cubicBezTo>
                <a:lnTo>
                  <a:pt x="2435905" y="2746603"/>
                </a:lnTo>
                <a:cubicBezTo>
                  <a:pt x="2576891" y="2529882"/>
                  <a:pt x="2768632" y="2408238"/>
                  <a:pt x="3026635" y="2408238"/>
                </a:cubicBezTo>
                <a:cubicBezTo>
                  <a:pt x="3318476" y="2408238"/>
                  <a:pt x="3472150" y="2556447"/>
                  <a:pt x="3472150" y="2777364"/>
                </a:cubicBezTo>
                <a:cubicBezTo>
                  <a:pt x="3472150" y="3020651"/>
                  <a:pt x="3301557" y="3198224"/>
                  <a:pt x="2825026" y="3514218"/>
                </a:cubicBezTo>
                <a:cubicBezTo>
                  <a:pt x="2231476" y="3916901"/>
                  <a:pt x="1986161" y="4315389"/>
                  <a:pt x="1986161" y="4857893"/>
                </a:cubicBezTo>
                <a:lnTo>
                  <a:pt x="1986161" y="5014492"/>
                </a:lnTo>
                <a:lnTo>
                  <a:pt x="4102356" y="5014492"/>
                </a:lnTo>
                <a:lnTo>
                  <a:pt x="4102356" y="4515333"/>
                </a:lnTo>
                <a:lnTo>
                  <a:pt x="2614957" y="4515333"/>
                </a:lnTo>
                <a:cubicBezTo>
                  <a:pt x="2645974" y="4346150"/>
                  <a:pt x="2891289" y="4081889"/>
                  <a:pt x="3301557" y="3809239"/>
                </a:cubicBezTo>
                <a:cubicBezTo>
                  <a:pt x="3834483" y="3456891"/>
                  <a:pt x="4053011" y="3175852"/>
                  <a:pt x="4053011" y="2750798"/>
                </a:cubicBezTo>
                <a:cubicBezTo>
                  <a:pt x="4053011" y="2255833"/>
                  <a:pt x="3646972" y="1892300"/>
                  <a:pt x="3078800" y="1892300"/>
                </a:cubicBez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tIns="720000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0" name="Text Placeholder 29">
            <a:extLst>
              <a:ext uri="{FF2B5EF4-FFF2-40B4-BE49-F238E27FC236}">
                <a16:creationId xmlns:a16="http://schemas.microsoft.com/office/drawing/2014/main" id="{06A0666E-A97D-1003-AAE7-6FAEBACEBC1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11" name="Text Placeholder 31">
            <a:extLst>
              <a:ext uri="{FF2B5EF4-FFF2-40B4-BE49-F238E27FC236}">
                <a16:creationId xmlns:a16="http://schemas.microsoft.com/office/drawing/2014/main" id="{098A54B8-9E40-BE44-A31D-00E6FC191FA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271449114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B4">
    <p:bg>
      <p:bgPr>
        <a:solidFill>
          <a:schemeClr val="tx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B27288C-7259-9C4C-AE4F-E7A2FDA0B2B2}"/>
              </a:ext>
            </a:extLst>
          </p:cNvPr>
          <p:cNvSpPr/>
          <p:nvPr userDrawn="1"/>
        </p:nvSpPr>
        <p:spPr>
          <a:xfrm>
            <a:off x="83127" y="105798"/>
            <a:ext cx="4898251" cy="66350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11" name="Graphic 10">
            <a:extLst>
              <a:ext uri="{FF2B5EF4-FFF2-40B4-BE49-F238E27FC236}">
                <a16:creationId xmlns:a16="http://schemas.microsoft.com/office/drawing/2014/main" id="{B864648D-453B-ED4C-8BB1-586D325E3F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A66FEC1B-CB13-FBEB-0D56-B30A0523DF3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6096001" cy="6858000"/>
          </a:xfrm>
          <a:custGeom>
            <a:avLst/>
            <a:gdLst>
              <a:gd name="connsiteX0" fmla="*/ 3218999 w 6096001"/>
              <a:gd name="connsiteY0" fmla="*/ 2668987 h 6858000"/>
              <a:gd name="connsiteX1" fmla="*/ 3218999 w 6096001"/>
              <a:gd name="connsiteY1" fmla="*/ 3752595 h 6858000"/>
              <a:gd name="connsiteX2" fmla="*/ 2442001 w 6096001"/>
              <a:gd name="connsiteY2" fmla="*/ 3752595 h 6858000"/>
              <a:gd name="connsiteX3" fmla="*/ 3218999 w 6096001"/>
              <a:gd name="connsiteY3" fmla="*/ 1883188 h 6858000"/>
              <a:gd name="connsiteX4" fmla="*/ 1820976 w 6096001"/>
              <a:gd name="connsiteY4" fmla="*/ 3839578 h 6858000"/>
              <a:gd name="connsiteX5" fmla="*/ 1820976 w 6096001"/>
              <a:gd name="connsiteY5" fmla="*/ 4242061 h 6858000"/>
              <a:gd name="connsiteX6" fmla="*/ 3218999 w 6096001"/>
              <a:gd name="connsiteY6" fmla="*/ 4242061 h 6858000"/>
              <a:gd name="connsiteX7" fmla="*/ 3218999 w 6096001"/>
              <a:gd name="connsiteY7" fmla="*/ 5164970 h 6858000"/>
              <a:gd name="connsiteX8" fmla="*/ 3791372 w 6096001"/>
              <a:gd name="connsiteY8" fmla="*/ 5164970 h 6858000"/>
              <a:gd name="connsiteX9" fmla="*/ 3791372 w 6096001"/>
              <a:gd name="connsiteY9" fmla="*/ 4242061 h 6858000"/>
              <a:gd name="connsiteX10" fmla="*/ 4275028 w 6096001"/>
              <a:gd name="connsiteY10" fmla="*/ 4242061 h 6858000"/>
              <a:gd name="connsiteX11" fmla="*/ 4275028 w 6096001"/>
              <a:gd name="connsiteY11" fmla="*/ 3752595 h 6858000"/>
              <a:gd name="connsiteX12" fmla="*/ 3791372 w 6096001"/>
              <a:gd name="connsiteY12" fmla="*/ 3752595 h 6858000"/>
              <a:gd name="connsiteX13" fmla="*/ 3791372 w 6096001"/>
              <a:gd name="connsiteY13" fmla="*/ 1883188 h 6858000"/>
              <a:gd name="connsiteX14" fmla="*/ 0 w 6096001"/>
              <a:gd name="connsiteY14" fmla="*/ 0 h 6858000"/>
              <a:gd name="connsiteX15" fmla="*/ 5214397 w 6096001"/>
              <a:gd name="connsiteY15" fmla="*/ 0 h 6858000"/>
              <a:gd name="connsiteX16" fmla="*/ 6096001 w 6096001"/>
              <a:gd name="connsiteY16" fmla="*/ 881604 h 6858000"/>
              <a:gd name="connsiteX17" fmla="*/ 6096001 w 6096001"/>
              <a:gd name="connsiteY17" fmla="*/ 6858000 h 6858000"/>
              <a:gd name="connsiteX18" fmla="*/ 0 w 6096001"/>
              <a:gd name="connsiteY1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096001" h="6858000">
                <a:moveTo>
                  <a:pt x="3218999" y="2668987"/>
                </a:moveTo>
                <a:lnTo>
                  <a:pt x="3218999" y="3752595"/>
                </a:lnTo>
                <a:lnTo>
                  <a:pt x="2442001" y="3752595"/>
                </a:lnTo>
                <a:close/>
                <a:moveTo>
                  <a:pt x="3218999" y="1883188"/>
                </a:moveTo>
                <a:lnTo>
                  <a:pt x="1820976" y="3839578"/>
                </a:lnTo>
                <a:lnTo>
                  <a:pt x="1820976" y="4242061"/>
                </a:lnTo>
                <a:lnTo>
                  <a:pt x="3218999" y="4242061"/>
                </a:lnTo>
                <a:lnTo>
                  <a:pt x="3218999" y="5164970"/>
                </a:lnTo>
                <a:lnTo>
                  <a:pt x="3791372" y="5164970"/>
                </a:lnTo>
                <a:lnTo>
                  <a:pt x="3791372" y="4242061"/>
                </a:lnTo>
                <a:lnTo>
                  <a:pt x="4275028" y="4242061"/>
                </a:lnTo>
                <a:lnTo>
                  <a:pt x="4275028" y="3752595"/>
                </a:lnTo>
                <a:lnTo>
                  <a:pt x="3791372" y="3752595"/>
                </a:lnTo>
                <a:lnTo>
                  <a:pt x="3791372" y="1883188"/>
                </a:ln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2" name="Text Placeholder 29">
            <a:extLst>
              <a:ext uri="{FF2B5EF4-FFF2-40B4-BE49-F238E27FC236}">
                <a16:creationId xmlns:a16="http://schemas.microsoft.com/office/drawing/2014/main" id="{685E723E-9B95-DE16-D2D8-EB21AE8AD08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13" name="Text Placeholder 31">
            <a:extLst>
              <a:ext uri="{FF2B5EF4-FFF2-40B4-BE49-F238E27FC236}">
                <a16:creationId xmlns:a16="http://schemas.microsoft.com/office/drawing/2014/main" id="{92B6EC2E-829A-8421-4DF9-E5CDC6DA540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397254640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B5">
    <p:bg>
      <p:bgPr>
        <a:solidFill>
          <a:schemeClr val="tx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B27288C-7259-9C4C-AE4F-E7A2FDA0B2B2}"/>
              </a:ext>
            </a:extLst>
          </p:cNvPr>
          <p:cNvSpPr/>
          <p:nvPr userDrawn="1"/>
        </p:nvSpPr>
        <p:spPr>
          <a:xfrm>
            <a:off x="83127" y="105798"/>
            <a:ext cx="4898251" cy="66350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11" name="Graphic 10">
            <a:extLst>
              <a:ext uri="{FF2B5EF4-FFF2-40B4-BE49-F238E27FC236}">
                <a16:creationId xmlns:a16="http://schemas.microsoft.com/office/drawing/2014/main" id="{B864648D-453B-ED4C-8BB1-586D325E3F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965DBAFD-23F0-1A0E-5FDF-8321772FC36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-2" y="0"/>
            <a:ext cx="6096001" cy="6858000"/>
          </a:xfrm>
          <a:custGeom>
            <a:avLst/>
            <a:gdLst>
              <a:gd name="connsiteX0" fmla="*/ 2264571 w 6096001"/>
              <a:gd name="connsiteY0" fmla="*/ 1883188 h 6858000"/>
              <a:gd name="connsiteX1" fmla="*/ 2167943 w 6096001"/>
              <a:gd name="connsiteY1" fmla="*/ 3625805 h 6858000"/>
              <a:gd name="connsiteX2" fmla="*/ 2578239 w 6096001"/>
              <a:gd name="connsiteY2" fmla="*/ 3754069 h 6858000"/>
              <a:gd name="connsiteX3" fmla="*/ 3056918 w 6096001"/>
              <a:gd name="connsiteY3" fmla="*/ 3625805 h 6858000"/>
              <a:gd name="connsiteX4" fmla="*/ 3638171 w 6096001"/>
              <a:gd name="connsiteY4" fmla="*/ 4124117 h 6858000"/>
              <a:gd name="connsiteX5" fmla="*/ 3047999 w 6096001"/>
              <a:gd name="connsiteY5" fmla="*/ 4644543 h 6858000"/>
              <a:gd name="connsiteX6" fmla="*/ 2222946 w 6096001"/>
              <a:gd name="connsiteY6" fmla="*/ 4342313 h 6858000"/>
              <a:gd name="connsiteX7" fmla="*/ 1933063 w 6096001"/>
              <a:gd name="connsiteY7" fmla="*/ 4822933 h 6858000"/>
              <a:gd name="connsiteX8" fmla="*/ 3058405 w 6096001"/>
              <a:gd name="connsiteY8" fmla="*/ 5175290 h 6858000"/>
              <a:gd name="connsiteX9" fmla="*/ 4229830 w 6096001"/>
              <a:gd name="connsiteY9" fmla="*/ 4110849 h 6858000"/>
              <a:gd name="connsiteX10" fmla="*/ 3178818 w 6096001"/>
              <a:gd name="connsiteY10" fmla="*/ 3114225 h 6858000"/>
              <a:gd name="connsiteX11" fmla="*/ 2689733 w 6096001"/>
              <a:gd name="connsiteY11" fmla="*/ 3214477 h 6858000"/>
              <a:gd name="connsiteX12" fmla="*/ 2744736 w 6096001"/>
              <a:gd name="connsiteY12" fmla="*/ 2409511 h 6858000"/>
              <a:gd name="connsiteX13" fmla="*/ 4026169 w 6096001"/>
              <a:gd name="connsiteY13" fmla="*/ 2409511 h 6858000"/>
              <a:gd name="connsiteX14" fmla="*/ 4026169 w 6096001"/>
              <a:gd name="connsiteY14" fmla="*/ 1883188 h 6858000"/>
              <a:gd name="connsiteX15" fmla="*/ 0 w 6096001"/>
              <a:gd name="connsiteY15" fmla="*/ 0 h 6858000"/>
              <a:gd name="connsiteX16" fmla="*/ 5214397 w 6096001"/>
              <a:gd name="connsiteY16" fmla="*/ 0 h 6858000"/>
              <a:gd name="connsiteX17" fmla="*/ 6096001 w 6096001"/>
              <a:gd name="connsiteY17" fmla="*/ 881604 h 6858000"/>
              <a:gd name="connsiteX18" fmla="*/ 6096001 w 6096001"/>
              <a:gd name="connsiteY18" fmla="*/ 6858000 h 6858000"/>
              <a:gd name="connsiteX19" fmla="*/ 0 w 6096001"/>
              <a:gd name="connsiteY1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6001" h="6858000">
                <a:moveTo>
                  <a:pt x="2264571" y="1883188"/>
                </a:moveTo>
                <a:lnTo>
                  <a:pt x="2167943" y="3625805"/>
                </a:lnTo>
                <a:lnTo>
                  <a:pt x="2578239" y="3754069"/>
                </a:lnTo>
                <a:cubicBezTo>
                  <a:pt x="2706085" y="3671508"/>
                  <a:pt x="2863663" y="3625805"/>
                  <a:pt x="3056918" y="3625805"/>
                </a:cubicBezTo>
                <a:cubicBezTo>
                  <a:pt x="3412211" y="3625805"/>
                  <a:pt x="3638171" y="3814515"/>
                  <a:pt x="3638171" y="4124117"/>
                </a:cubicBezTo>
                <a:cubicBezTo>
                  <a:pt x="3638171" y="4433719"/>
                  <a:pt x="3412211" y="4644543"/>
                  <a:pt x="3047999" y="4644543"/>
                </a:cubicBezTo>
                <a:cubicBezTo>
                  <a:pt x="2720951" y="4644543"/>
                  <a:pt x="2435527" y="4511857"/>
                  <a:pt x="2222946" y="4342313"/>
                </a:cubicBezTo>
                <a:lnTo>
                  <a:pt x="1933063" y="4822933"/>
                </a:lnTo>
                <a:cubicBezTo>
                  <a:pt x="2173889" y="5024912"/>
                  <a:pt x="2542561" y="5175290"/>
                  <a:pt x="3058405" y="5175290"/>
                </a:cubicBezTo>
                <a:cubicBezTo>
                  <a:pt x="3755611" y="5175290"/>
                  <a:pt x="4229830" y="4728578"/>
                  <a:pt x="4229830" y="4110849"/>
                </a:cubicBezTo>
                <a:cubicBezTo>
                  <a:pt x="4229830" y="3493119"/>
                  <a:pt x="3801695" y="3114225"/>
                  <a:pt x="3178818" y="3114225"/>
                </a:cubicBezTo>
                <a:cubicBezTo>
                  <a:pt x="3007861" y="3114225"/>
                  <a:pt x="2810146" y="3155505"/>
                  <a:pt x="2689733" y="3214477"/>
                </a:cubicBezTo>
                <a:lnTo>
                  <a:pt x="2744736" y="2409511"/>
                </a:lnTo>
                <a:lnTo>
                  <a:pt x="4026169" y="2409511"/>
                </a:lnTo>
                <a:lnTo>
                  <a:pt x="4026169" y="1883188"/>
                </a:ln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7" name="Text Placeholder 29">
            <a:extLst>
              <a:ext uri="{FF2B5EF4-FFF2-40B4-BE49-F238E27FC236}">
                <a16:creationId xmlns:a16="http://schemas.microsoft.com/office/drawing/2014/main" id="{40CB19B9-B076-F72F-4871-28E77338605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13" name="Text Placeholder 31">
            <a:extLst>
              <a:ext uri="{FF2B5EF4-FFF2-40B4-BE49-F238E27FC236}">
                <a16:creationId xmlns:a16="http://schemas.microsoft.com/office/drawing/2014/main" id="{A7A9F534-6D07-AD6C-9EA8-9F5BCBDDD1B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130455295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+ Image B6">
    <p:bg>
      <p:bgPr>
        <a:solidFill>
          <a:schemeClr val="tx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B27288C-7259-9C4C-AE4F-E7A2FDA0B2B2}"/>
              </a:ext>
            </a:extLst>
          </p:cNvPr>
          <p:cNvSpPr/>
          <p:nvPr userDrawn="1"/>
        </p:nvSpPr>
        <p:spPr>
          <a:xfrm>
            <a:off x="83127" y="105798"/>
            <a:ext cx="4898251" cy="66350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11" name="Graphic 10">
            <a:extLst>
              <a:ext uri="{FF2B5EF4-FFF2-40B4-BE49-F238E27FC236}">
                <a16:creationId xmlns:a16="http://schemas.microsoft.com/office/drawing/2014/main" id="{B864648D-453B-ED4C-8BB1-586D325E3F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3F971249-5979-2368-F1C4-62CA7A3E8DC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6096001" cy="6858000"/>
          </a:xfrm>
          <a:custGeom>
            <a:avLst/>
            <a:gdLst>
              <a:gd name="connsiteX0" fmla="*/ 3077268 w 6096001"/>
              <a:gd name="connsiteY0" fmla="*/ 3517274 h 6858000"/>
              <a:gd name="connsiteX1" fmla="*/ 3608256 w 6096001"/>
              <a:gd name="connsiteY1" fmla="*/ 4024085 h 6858000"/>
              <a:gd name="connsiteX2" fmla="*/ 3609649 w 6096001"/>
              <a:gd name="connsiteY2" fmla="*/ 4025458 h 6858000"/>
              <a:gd name="connsiteX3" fmla="*/ 3064725 w 6096001"/>
              <a:gd name="connsiteY3" fmla="*/ 4548751 h 6858000"/>
              <a:gd name="connsiteX4" fmla="*/ 2503076 w 6096001"/>
              <a:gd name="connsiteY4" fmla="*/ 3973266 h 6858000"/>
              <a:gd name="connsiteX5" fmla="*/ 3077268 w 6096001"/>
              <a:gd name="connsiteY5" fmla="*/ 3517274 h 6858000"/>
              <a:gd name="connsiteX6" fmla="*/ 3834030 w 6096001"/>
              <a:gd name="connsiteY6" fmla="*/ 1925421 h 6858000"/>
              <a:gd name="connsiteX7" fmla="*/ 1945608 w 6096001"/>
              <a:gd name="connsiteY7" fmla="*/ 3731535 h 6858000"/>
              <a:gd name="connsiteX8" fmla="*/ 3085630 w 6096001"/>
              <a:gd name="connsiteY8" fmla="*/ 5025345 h 6858000"/>
              <a:gd name="connsiteX9" fmla="*/ 4148999 w 6096001"/>
              <a:gd name="connsiteY9" fmla="*/ 4015844 h 6858000"/>
              <a:gd name="connsiteX10" fmla="*/ 4150393 w 6096001"/>
              <a:gd name="connsiteY10" fmla="*/ 4015844 h 6858000"/>
              <a:gd name="connsiteX11" fmla="*/ 3195730 w 6096001"/>
              <a:gd name="connsiteY11" fmla="*/ 3083257 h 6858000"/>
              <a:gd name="connsiteX12" fmla="*/ 2525374 w 6096001"/>
              <a:gd name="connsiteY12" fmla="*/ 3338723 h 6858000"/>
              <a:gd name="connsiteX13" fmla="*/ 3946917 w 6096001"/>
              <a:gd name="connsiteY13" fmla="*/ 2402015 h 6858000"/>
              <a:gd name="connsiteX14" fmla="*/ 0 w 6096001"/>
              <a:gd name="connsiteY14" fmla="*/ 0 h 6858000"/>
              <a:gd name="connsiteX15" fmla="*/ 5214397 w 6096001"/>
              <a:gd name="connsiteY15" fmla="*/ 0 h 6858000"/>
              <a:gd name="connsiteX16" fmla="*/ 6096001 w 6096001"/>
              <a:gd name="connsiteY16" fmla="*/ 881604 h 6858000"/>
              <a:gd name="connsiteX17" fmla="*/ 6096001 w 6096001"/>
              <a:gd name="connsiteY17" fmla="*/ 6858000 h 6858000"/>
              <a:gd name="connsiteX18" fmla="*/ 0 w 6096001"/>
              <a:gd name="connsiteY1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096001" h="6858000">
                <a:moveTo>
                  <a:pt x="3077268" y="3517274"/>
                </a:moveTo>
                <a:cubicBezTo>
                  <a:pt x="3396418" y="3517274"/>
                  <a:pt x="3608256" y="3704066"/>
                  <a:pt x="3608256" y="4024085"/>
                </a:cubicBezTo>
                <a:lnTo>
                  <a:pt x="3609649" y="4025458"/>
                </a:lnTo>
                <a:cubicBezTo>
                  <a:pt x="3609649" y="4352344"/>
                  <a:pt x="3379694" y="4548751"/>
                  <a:pt x="3064725" y="4548751"/>
                </a:cubicBezTo>
                <a:cubicBezTo>
                  <a:pt x="2727457" y="4548751"/>
                  <a:pt x="2503076" y="4293285"/>
                  <a:pt x="2503076" y="3973266"/>
                </a:cubicBezTo>
                <a:cubicBezTo>
                  <a:pt x="2503076" y="3691705"/>
                  <a:pt x="2779022" y="3517274"/>
                  <a:pt x="3077268" y="3517274"/>
                </a:cubicBezTo>
                <a:close/>
                <a:moveTo>
                  <a:pt x="3834030" y="1925421"/>
                </a:moveTo>
                <a:cubicBezTo>
                  <a:pt x="2503076" y="1967999"/>
                  <a:pt x="1945608" y="2776973"/>
                  <a:pt x="1945608" y="3731535"/>
                </a:cubicBezTo>
                <a:cubicBezTo>
                  <a:pt x="1945608" y="4574847"/>
                  <a:pt x="2416668" y="5025345"/>
                  <a:pt x="3085630" y="5025345"/>
                </a:cubicBezTo>
                <a:cubicBezTo>
                  <a:pt x="3700238" y="5025345"/>
                  <a:pt x="4148999" y="4616051"/>
                  <a:pt x="4148999" y="4015844"/>
                </a:cubicBezTo>
                <a:lnTo>
                  <a:pt x="4150393" y="4015844"/>
                </a:lnTo>
                <a:cubicBezTo>
                  <a:pt x="4150393" y="3432119"/>
                  <a:pt x="3730899" y="3083257"/>
                  <a:pt x="3195730" y="3083257"/>
                </a:cubicBezTo>
                <a:cubicBezTo>
                  <a:pt x="2897484" y="3083257"/>
                  <a:pt x="2654986" y="3210990"/>
                  <a:pt x="2525374" y="3338723"/>
                </a:cubicBezTo>
                <a:cubicBezTo>
                  <a:pt x="2710732" y="2700059"/>
                  <a:pt x="3160888" y="2436352"/>
                  <a:pt x="3946917" y="2402015"/>
                </a:cubicBezTo>
                <a:close/>
                <a:moveTo>
                  <a:pt x="0" y="0"/>
                </a:moveTo>
                <a:lnTo>
                  <a:pt x="5214397" y="0"/>
                </a:lnTo>
                <a:cubicBezTo>
                  <a:pt x="5701293" y="0"/>
                  <a:pt x="6096001" y="394708"/>
                  <a:pt x="6096001" y="881604"/>
                </a:cubicBezTo>
                <a:lnTo>
                  <a:pt x="609600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7" name="Text Placeholder 29">
            <a:extLst>
              <a:ext uri="{FF2B5EF4-FFF2-40B4-BE49-F238E27FC236}">
                <a16:creationId xmlns:a16="http://schemas.microsoft.com/office/drawing/2014/main" id="{90F01191-6B5C-8711-84AB-0C200ABE5B8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53214" y="2843359"/>
            <a:ext cx="5012580" cy="2476786"/>
          </a:xfrm>
        </p:spPr>
        <p:txBody>
          <a:bodyPr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 sz="60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Section title goes here</a:t>
            </a:r>
          </a:p>
        </p:txBody>
      </p:sp>
      <p:sp>
        <p:nvSpPr>
          <p:cNvPr id="13" name="Text Placeholder 31">
            <a:extLst>
              <a:ext uri="{FF2B5EF4-FFF2-40B4-BE49-F238E27FC236}">
                <a16:creationId xmlns:a16="http://schemas.microsoft.com/office/drawing/2014/main" id="{CC808A73-1645-699E-2C12-C2D15CC5206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53214" y="2189162"/>
            <a:ext cx="5012580" cy="540077"/>
          </a:xfrm>
        </p:spPr>
        <p:txBody>
          <a:bodyPr>
            <a:normAutofit/>
          </a:bodyPr>
          <a:lstStyle>
            <a:lvl1pPr>
              <a:defRPr sz="1400" spc="30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SUBTITLE GOES HERE: TYPE IN CAPITALS</a:t>
            </a:r>
          </a:p>
        </p:txBody>
      </p:sp>
    </p:spTree>
    <p:extLst>
      <p:ext uri="{BB962C8B-B14F-4D97-AF65-F5344CB8AC3E}">
        <p14:creationId xmlns:p14="http://schemas.microsoft.com/office/powerpoint/2010/main" val="382825084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3000" b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raphic 13">
            <a:extLst>
              <a:ext uri="{FF2B5EF4-FFF2-40B4-BE49-F238E27FC236}">
                <a16:creationId xmlns:a16="http://schemas.microsoft.com/office/drawing/2014/main" id="{52467373-D57C-F842-8976-B87DEFBE83B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9" name="Title 8">
            <a:extLst>
              <a:ext uri="{FF2B5EF4-FFF2-40B4-BE49-F238E27FC236}">
                <a16:creationId xmlns:a16="http://schemas.microsoft.com/office/drawing/2014/main" id="{89FFAF13-E12B-E54E-B2B2-5142A884DB8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21719" y="2936557"/>
            <a:ext cx="11154344" cy="984885"/>
          </a:xfrm>
        </p:spPr>
        <p:txBody>
          <a:bodyPr anchor="ctr">
            <a:spAutoFit/>
          </a:bodyPr>
          <a:lstStyle>
            <a:lvl1pPr>
              <a:lnSpc>
                <a:spcPct val="80000"/>
              </a:lnSpc>
              <a:defRPr sz="8000">
                <a:solidFill>
                  <a:schemeClr val="bg1"/>
                </a:solidFill>
              </a:defRPr>
            </a:lvl1pPr>
          </a:lstStyle>
          <a:p>
            <a:r>
              <a:rPr lang="en-GB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320875602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+ Image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3000" b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>
            <a:extLst>
              <a:ext uri="{FF2B5EF4-FFF2-40B4-BE49-F238E27FC236}">
                <a16:creationId xmlns:a16="http://schemas.microsoft.com/office/drawing/2014/main" id="{89FFAF13-E12B-E54E-B2B2-5142A884DB8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03106" y="2169758"/>
            <a:ext cx="4692628" cy="2518484"/>
          </a:xfrm>
        </p:spPr>
        <p:txBody>
          <a:bodyPr anchor="ctr">
            <a:noAutofit/>
          </a:bodyPr>
          <a:lstStyle>
            <a:lvl1pPr>
              <a:lnSpc>
                <a:spcPct val="90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GB"/>
              <a:t>Thank you</a:t>
            </a:r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66C7CBD7-5355-7F4D-BEF2-28CEADC3C9D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0361533" y="441777"/>
            <a:ext cx="1304260" cy="487680"/>
          </a:xfrm>
          <a:prstGeom prst="rect">
            <a:avLst/>
          </a:prstGeom>
        </p:spPr>
      </p:pic>
      <p:sp>
        <p:nvSpPr>
          <p:cNvPr id="7" name="Picture Placeholder 4">
            <a:extLst>
              <a:ext uri="{FF2B5EF4-FFF2-40B4-BE49-F238E27FC236}">
                <a16:creationId xmlns:a16="http://schemas.microsoft.com/office/drawing/2014/main" id="{B4768C2A-8E3C-DC4A-8FF7-DCBDDC643F7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2" y="0"/>
            <a:ext cx="6096001" cy="6858000"/>
          </a:xfrm>
          <a:prstGeom prst="round1Rect">
            <a:avLst>
              <a:gd name="adj" fmla="val 14462"/>
            </a:avLst>
          </a:prstGeom>
          <a:solidFill>
            <a:schemeClr val="bg1">
              <a:lumMod val="85000"/>
            </a:schemeClr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0994361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11144930" cy="4608511"/>
          </a:xfrm>
        </p:spPr>
        <p:txBody>
          <a:bodyPr numCol="1" spcCol="18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523231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11144930" cy="4608511"/>
          </a:xfrm>
        </p:spPr>
        <p:txBody>
          <a:bodyPr numCol="2" spcCol="54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714330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11144930" cy="4608511"/>
          </a:xfrm>
        </p:spPr>
        <p:txBody>
          <a:bodyPr numCol="2" spcCol="360000"/>
          <a:lstStyle>
            <a:lvl1pPr marL="342900" indent="-342900">
              <a:buClr>
                <a:schemeClr val="bg2"/>
              </a:buClr>
              <a:buFont typeface="Arial" panose="020B0604020202020204" pitchFamily="34" charset="0"/>
              <a:buChar char="•"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869257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 Nu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11144930" cy="4608511"/>
          </a:xfrm>
        </p:spPr>
        <p:txBody>
          <a:bodyPr numCol="2" spcCol="360000"/>
          <a:lstStyle>
            <a:lvl1pPr marL="457200" indent="-457200">
              <a:buClr>
                <a:schemeClr val="bg2"/>
              </a:buClr>
              <a:buFont typeface="+mj-lt"/>
              <a:buAutoNum type="arabicPeriod"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577615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Slide +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708830"/>
            <a:ext cx="11144930" cy="4204608"/>
          </a:xfrm>
        </p:spPr>
        <p:txBody>
          <a:bodyPr numCol="2" spcCol="54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EBE7520D-509A-F842-94ED-AAD1AE6286C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34270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 Bullets +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708830"/>
            <a:ext cx="11144930" cy="4204608"/>
          </a:xfrm>
        </p:spPr>
        <p:txBody>
          <a:bodyPr numCol="2" spcCol="360000"/>
          <a:lstStyle>
            <a:lvl1pPr marL="342900" indent="-342900">
              <a:buClr>
                <a:schemeClr val="bg2"/>
              </a:buClr>
              <a:buFont typeface="Arial" panose="020B0604020202020204" pitchFamily="34" charset="0"/>
              <a:buChar char="•"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EBE7520D-509A-F842-94ED-AAD1AE6286C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086697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 Numbers +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708830"/>
            <a:ext cx="11144930" cy="4204608"/>
          </a:xfrm>
        </p:spPr>
        <p:txBody>
          <a:bodyPr numCol="2" spcCol="360000"/>
          <a:lstStyle>
            <a:lvl1pPr marL="457200" indent="-457200">
              <a:buClr>
                <a:schemeClr val="bg2"/>
              </a:buClr>
              <a:buFont typeface="+mj-lt"/>
              <a:buAutoNum type="arabicPeriod"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EBE7520D-509A-F842-94ED-AAD1AE6286C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849833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Sections x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EBE7520D-509A-F842-94ED-AAD1AE6286C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23534" y="1319651"/>
            <a:ext cx="5358213" cy="343847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E867F760-C803-3AA5-7534-42750FD6DB15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2" y="1708830"/>
            <a:ext cx="5343019" cy="4204608"/>
          </a:xfrm>
        </p:spPr>
        <p:txBody>
          <a:bodyPr numCol="1" spcCol="180000">
            <a:normAutofit/>
          </a:bodyPr>
          <a:lstStyle>
            <a:lvl1pPr marL="342900" indent="-342900">
              <a:buClr>
                <a:schemeClr val="bg2"/>
              </a:buClr>
              <a:buFont typeface="Arial" panose="020B0604020202020204" pitchFamily="34" charset="0"/>
              <a:buChar char="•"/>
              <a:defRPr sz="1600"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 sz="1400"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 sz="1400"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 sz="1200"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 sz="1200"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87E7DAA2-4D74-8F73-20DD-AB5A220C5D1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317851" y="1319651"/>
            <a:ext cx="5358213" cy="343847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9" name="Text Placeholder 8">
            <a:extLst>
              <a:ext uri="{FF2B5EF4-FFF2-40B4-BE49-F238E27FC236}">
                <a16:creationId xmlns:a16="http://schemas.microsoft.com/office/drawing/2014/main" id="{1E0345EA-841F-0CDC-4D3D-6F8A441AA78F}"/>
              </a:ext>
            </a:extLst>
          </p:cNvPr>
          <p:cNvSpPr>
            <a:spLocks noGrp="1"/>
          </p:cNvSpPr>
          <p:nvPr>
            <p:ph type="body" idx="16"/>
          </p:nvPr>
        </p:nvSpPr>
        <p:spPr>
          <a:xfrm>
            <a:off x="6333045" y="1708830"/>
            <a:ext cx="5343019" cy="4204608"/>
          </a:xfrm>
        </p:spPr>
        <p:txBody>
          <a:bodyPr numCol="1" spcCol="180000">
            <a:normAutofit/>
          </a:bodyPr>
          <a:lstStyle>
            <a:lvl1pPr marL="342900" indent="-342900">
              <a:buClr>
                <a:schemeClr val="bg2"/>
              </a:buClr>
              <a:buFont typeface="Arial" panose="020B0604020202020204" pitchFamily="34" charset="0"/>
              <a:buChar char="•"/>
              <a:defRPr sz="1600"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 sz="1400"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 sz="1400"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 sz="1200"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 sz="1200"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642578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Sections x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EBE7520D-509A-F842-94ED-AAD1AE6286C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9" y="1319651"/>
            <a:ext cx="3495194" cy="343847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E867F760-C803-3AA5-7534-42750FD6DB15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2" y="1708830"/>
            <a:ext cx="3485283" cy="4204608"/>
          </a:xfrm>
        </p:spPr>
        <p:txBody>
          <a:bodyPr numCol="1" spcCol="180000">
            <a:normAutofit/>
          </a:bodyPr>
          <a:lstStyle>
            <a:lvl1pPr marL="342900" indent="-342900">
              <a:buClr>
                <a:schemeClr val="bg2"/>
              </a:buClr>
              <a:buFont typeface="Arial" panose="020B0604020202020204" pitchFamily="34" charset="0"/>
              <a:buChar char="•"/>
              <a:defRPr sz="1600"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 sz="1400"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 sz="1400"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 sz="1200"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 sz="1200"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3FBFCDEF-6E12-C006-44B4-B2738D07926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4380334" y="1319651"/>
            <a:ext cx="3495194" cy="343847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1" name="Text Placeholder 8">
            <a:extLst>
              <a:ext uri="{FF2B5EF4-FFF2-40B4-BE49-F238E27FC236}">
                <a16:creationId xmlns:a16="http://schemas.microsoft.com/office/drawing/2014/main" id="{3B5895DB-1292-CE69-F1CC-CA026DACAC13}"/>
              </a:ext>
            </a:extLst>
          </p:cNvPr>
          <p:cNvSpPr>
            <a:spLocks noGrp="1"/>
          </p:cNvSpPr>
          <p:nvPr>
            <p:ph type="body" idx="16"/>
          </p:nvPr>
        </p:nvSpPr>
        <p:spPr>
          <a:xfrm>
            <a:off x="4395527" y="1708830"/>
            <a:ext cx="3485283" cy="4204608"/>
          </a:xfrm>
        </p:spPr>
        <p:txBody>
          <a:bodyPr numCol="1" spcCol="180000">
            <a:normAutofit/>
          </a:bodyPr>
          <a:lstStyle>
            <a:lvl1pPr marL="342900" indent="-342900">
              <a:buClr>
                <a:schemeClr val="bg2"/>
              </a:buClr>
              <a:buFont typeface="Arial" panose="020B0604020202020204" pitchFamily="34" charset="0"/>
              <a:buChar char="•"/>
              <a:defRPr sz="1600"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 sz="1400"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 sz="1400"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 sz="1200"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 sz="1200"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4394A274-82C6-2D1C-8004-8E7FF7B76E2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169806" y="1319651"/>
            <a:ext cx="3495194" cy="343847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B32BCAEC-CD76-D152-C494-48F60F7BFD47}"/>
              </a:ext>
            </a:extLst>
          </p:cNvPr>
          <p:cNvSpPr>
            <a:spLocks noGrp="1"/>
          </p:cNvSpPr>
          <p:nvPr>
            <p:ph type="body" idx="18"/>
          </p:nvPr>
        </p:nvSpPr>
        <p:spPr>
          <a:xfrm>
            <a:off x="8184999" y="1708830"/>
            <a:ext cx="3485283" cy="4204608"/>
          </a:xfrm>
        </p:spPr>
        <p:txBody>
          <a:bodyPr numCol="1" spcCol="180000">
            <a:normAutofit/>
          </a:bodyPr>
          <a:lstStyle>
            <a:lvl1pPr marL="342900" indent="-342900">
              <a:buClr>
                <a:schemeClr val="bg2"/>
              </a:buClr>
              <a:buFont typeface="Arial" panose="020B0604020202020204" pitchFamily="34" charset="0"/>
              <a:buChar char="•"/>
              <a:defRPr sz="1600"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 sz="1400"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 sz="1400"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 sz="1200"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 sz="1200"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2205529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 Text x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29" name="Rounded Rectangle 28">
            <a:extLst>
              <a:ext uri="{FF2B5EF4-FFF2-40B4-BE49-F238E27FC236}">
                <a16:creationId xmlns:a16="http://schemas.microsoft.com/office/drawing/2014/main" id="{034B91B1-8758-0946-BB4D-13DA0D9CFAE1}"/>
              </a:ext>
            </a:extLst>
          </p:cNvPr>
          <p:cNvSpPr/>
          <p:nvPr userDrawn="1"/>
        </p:nvSpPr>
        <p:spPr>
          <a:xfrm>
            <a:off x="6241145" y="1191566"/>
            <a:ext cx="5434921" cy="4721869"/>
          </a:xfrm>
          <a:prstGeom prst="roundRect">
            <a:avLst>
              <a:gd name="adj" fmla="val 4851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6FD39105-B790-2C4F-B73F-33A5D9995EDE}"/>
              </a:ext>
            </a:extLst>
          </p:cNvPr>
          <p:cNvSpPr/>
          <p:nvPr userDrawn="1"/>
        </p:nvSpPr>
        <p:spPr>
          <a:xfrm>
            <a:off x="515936" y="1191566"/>
            <a:ext cx="5434921" cy="4721869"/>
          </a:xfrm>
          <a:prstGeom prst="roundRect">
            <a:avLst>
              <a:gd name="adj" fmla="val 4851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39DFE4E8-481D-4E4A-B357-9B609A673B0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5167" y="1378325"/>
            <a:ext cx="5036457" cy="172338"/>
          </a:xfrm>
        </p:spPr>
        <p:txBody>
          <a:bodyPr>
            <a:normAutofit/>
          </a:bodyPr>
          <a:lstStyle>
            <a:lvl1pPr>
              <a:defRPr sz="1200" spc="3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2" name="Text Placeholder 6">
            <a:extLst>
              <a:ext uri="{FF2B5EF4-FFF2-40B4-BE49-F238E27FC236}">
                <a16:creationId xmlns:a16="http://schemas.microsoft.com/office/drawing/2014/main" id="{79EED86D-C792-B740-BC35-66A672B0762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15167" y="2154362"/>
            <a:ext cx="5036457" cy="3607809"/>
          </a:xfrm>
        </p:spPr>
        <p:txBody>
          <a:bodyPr>
            <a:normAutofit/>
          </a:bodyPr>
          <a:lstStyle>
            <a:lvl1pPr>
              <a:lnSpc>
                <a:spcPct val="110000"/>
              </a:lnSpc>
              <a:spcBef>
                <a:spcPts val="0"/>
              </a:spcBef>
              <a:defRPr sz="16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3" name="Text Placeholder 6">
            <a:extLst>
              <a:ext uri="{FF2B5EF4-FFF2-40B4-BE49-F238E27FC236}">
                <a16:creationId xmlns:a16="http://schemas.microsoft.com/office/drawing/2014/main" id="{CE98006B-2C07-2C4F-A8AC-A5AC433ED89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15167" y="1597378"/>
            <a:ext cx="5036457" cy="382134"/>
          </a:xfrm>
        </p:spPr>
        <p:txBody>
          <a:bodyPr/>
          <a:lstStyle>
            <a:lvl1pPr>
              <a:defRPr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4" name="Text Placeholder 6">
            <a:extLst>
              <a:ext uri="{FF2B5EF4-FFF2-40B4-BE49-F238E27FC236}">
                <a16:creationId xmlns:a16="http://schemas.microsoft.com/office/drawing/2014/main" id="{40C03D58-F9E4-0944-BD0B-946EEFB247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440376" y="1378325"/>
            <a:ext cx="5036457" cy="172338"/>
          </a:xfrm>
        </p:spPr>
        <p:txBody>
          <a:bodyPr>
            <a:normAutofit/>
          </a:bodyPr>
          <a:lstStyle>
            <a:lvl1pPr>
              <a:defRPr sz="1200" spc="3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5" name="Text Placeholder 6">
            <a:extLst>
              <a:ext uri="{FF2B5EF4-FFF2-40B4-BE49-F238E27FC236}">
                <a16:creationId xmlns:a16="http://schemas.microsoft.com/office/drawing/2014/main" id="{80BF694F-37D7-D44B-8712-1767A33CD12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440376" y="2154362"/>
            <a:ext cx="5036457" cy="3607809"/>
          </a:xfrm>
        </p:spPr>
        <p:txBody>
          <a:bodyPr>
            <a:normAutofit/>
          </a:bodyPr>
          <a:lstStyle>
            <a:lvl1pPr>
              <a:lnSpc>
                <a:spcPct val="110000"/>
              </a:lnSpc>
              <a:spcBef>
                <a:spcPts val="0"/>
              </a:spcBef>
              <a:defRPr sz="16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6" name="Text Placeholder 6">
            <a:extLst>
              <a:ext uri="{FF2B5EF4-FFF2-40B4-BE49-F238E27FC236}">
                <a16:creationId xmlns:a16="http://schemas.microsoft.com/office/drawing/2014/main" id="{1C6985EF-42F3-0D40-99CA-20F5F21446F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40376" y="1597378"/>
            <a:ext cx="5036457" cy="382134"/>
          </a:xfrm>
        </p:spPr>
        <p:txBody>
          <a:bodyPr/>
          <a:lstStyle>
            <a:lvl1pPr>
              <a:defRPr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5215217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 Text x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6FD39105-B790-2C4F-B73F-33A5D9995EDE}"/>
              </a:ext>
            </a:extLst>
          </p:cNvPr>
          <p:cNvSpPr/>
          <p:nvPr userDrawn="1"/>
        </p:nvSpPr>
        <p:spPr>
          <a:xfrm>
            <a:off x="515935" y="1191566"/>
            <a:ext cx="3604651" cy="4721869"/>
          </a:xfrm>
          <a:prstGeom prst="roundRect">
            <a:avLst>
              <a:gd name="adj" fmla="val 4851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39DFE4E8-481D-4E4A-B357-9B609A673B0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5167" y="1378325"/>
            <a:ext cx="3214437" cy="172338"/>
          </a:xfrm>
        </p:spPr>
        <p:txBody>
          <a:bodyPr>
            <a:normAutofit/>
          </a:bodyPr>
          <a:lstStyle>
            <a:lvl1pPr>
              <a:defRPr sz="1200" spc="3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2" name="Text Placeholder 6">
            <a:extLst>
              <a:ext uri="{FF2B5EF4-FFF2-40B4-BE49-F238E27FC236}">
                <a16:creationId xmlns:a16="http://schemas.microsoft.com/office/drawing/2014/main" id="{79EED86D-C792-B740-BC35-66A672B0762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15167" y="2154362"/>
            <a:ext cx="3214437" cy="3607809"/>
          </a:xfrm>
        </p:spPr>
        <p:txBody>
          <a:bodyPr>
            <a:normAutofit/>
          </a:bodyPr>
          <a:lstStyle>
            <a:lvl1pPr>
              <a:lnSpc>
                <a:spcPct val="110000"/>
              </a:lnSpc>
              <a:spcBef>
                <a:spcPts val="0"/>
              </a:spcBef>
              <a:defRPr sz="16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3" name="Text Placeholder 6">
            <a:extLst>
              <a:ext uri="{FF2B5EF4-FFF2-40B4-BE49-F238E27FC236}">
                <a16:creationId xmlns:a16="http://schemas.microsoft.com/office/drawing/2014/main" id="{CE98006B-2C07-2C4F-A8AC-A5AC433ED89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15167" y="1597378"/>
            <a:ext cx="3214437" cy="382134"/>
          </a:xfrm>
        </p:spPr>
        <p:txBody>
          <a:bodyPr/>
          <a:lstStyle>
            <a:lvl1pPr>
              <a:defRPr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6" name="Rounded Rectangle 25">
            <a:extLst>
              <a:ext uri="{FF2B5EF4-FFF2-40B4-BE49-F238E27FC236}">
                <a16:creationId xmlns:a16="http://schemas.microsoft.com/office/drawing/2014/main" id="{A64DF4DD-379B-FE5B-85E1-F80F85D07E89}"/>
              </a:ext>
            </a:extLst>
          </p:cNvPr>
          <p:cNvSpPr/>
          <p:nvPr userDrawn="1"/>
        </p:nvSpPr>
        <p:spPr>
          <a:xfrm>
            <a:off x="4290784" y="1191566"/>
            <a:ext cx="3604650" cy="4721869"/>
          </a:xfrm>
          <a:prstGeom prst="roundRect">
            <a:avLst>
              <a:gd name="adj" fmla="val 4851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Text Placeholder 6">
            <a:extLst>
              <a:ext uri="{FF2B5EF4-FFF2-40B4-BE49-F238E27FC236}">
                <a16:creationId xmlns:a16="http://schemas.microsoft.com/office/drawing/2014/main" id="{602ADDF3-C22C-9F63-2736-9FAAEA9A1E9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0015" y="1378325"/>
            <a:ext cx="3201361" cy="172338"/>
          </a:xfrm>
        </p:spPr>
        <p:txBody>
          <a:bodyPr>
            <a:normAutofit/>
          </a:bodyPr>
          <a:lstStyle>
            <a:lvl1pPr>
              <a:defRPr sz="1200" spc="3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8" name="Text Placeholder 6">
            <a:extLst>
              <a:ext uri="{FF2B5EF4-FFF2-40B4-BE49-F238E27FC236}">
                <a16:creationId xmlns:a16="http://schemas.microsoft.com/office/drawing/2014/main" id="{EC84208B-5390-D845-9BFC-BBE060B525EC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490015" y="2154362"/>
            <a:ext cx="3201361" cy="3607809"/>
          </a:xfrm>
        </p:spPr>
        <p:txBody>
          <a:bodyPr>
            <a:normAutofit/>
          </a:bodyPr>
          <a:lstStyle>
            <a:lvl1pPr>
              <a:lnSpc>
                <a:spcPct val="110000"/>
              </a:lnSpc>
              <a:spcBef>
                <a:spcPts val="0"/>
              </a:spcBef>
              <a:defRPr sz="16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7" name="Text Placeholder 6">
            <a:extLst>
              <a:ext uri="{FF2B5EF4-FFF2-40B4-BE49-F238E27FC236}">
                <a16:creationId xmlns:a16="http://schemas.microsoft.com/office/drawing/2014/main" id="{62DC5739-6579-EFF5-5EE5-B79F9F4E344F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490015" y="1597378"/>
            <a:ext cx="3201361" cy="382134"/>
          </a:xfrm>
        </p:spPr>
        <p:txBody>
          <a:bodyPr/>
          <a:lstStyle>
            <a:lvl1pPr>
              <a:defRPr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8" name="Rounded Rectangle 37">
            <a:extLst>
              <a:ext uri="{FF2B5EF4-FFF2-40B4-BE49-F238E27FC236}">
                <a16:creationId xmlns:a16="http://schemas.microsoft.com/office/drawing/2014/main" id="{A0FC7906-8744-F3F8-AA4F-08ADB6E6D43E}"/>
              </a:ext>
            </a:extLst>
          </p:cNvPr>
          <p:cNvSpPr/>
          <p:nvPr userDrawn="1"/>
        </p:nvSpPr>
        <p:spPr>
          <a:xfrm>
            <a:off x="8065632" y="1191566"/>
            <a:ext cx="3604650" cy="4721869"/>
          </a:xfrm>
          <a:prstGeom prst="roundRect">
            <a:avLst>
              <a:gd name="adj" fmla="val 4851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Text Placeholder 6">
            <a:extLst>
              <a:ext uri="{FF2B5EF4-FFF2-40B4-BE49-F238E27FC236}">
                <a16:creationId xmlns:a16="http://schemas.microsoft.com/office/drawing/2014/main" id="{F3AC3934-9579-D587-96AD-27B72F22B277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264863" y="1378325"/>
            <a:ext cx="3211970" cy="172338"/>
          </a:xfrm>
        </p:spPr>
        <p:txBody>
          <a:bodyPr>
            <a:normAutofit/>
          </a:bodyPr>
          <a:lstStyle>
            <a:lvl1pPr>
              <a:defRPr sz="1200" spc="3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0" name="Text Placeholder 6">
            <a:extLst>
              <a:ext uri="{FF2B5EF4-FFF2-40B4-BE49-F238E27FC236}">
                <a16:creationId xmlns:a16="http://schemas.microsoft.com/office/drawing/2014/main" id="{37A42317-1A24-1AA6-D076-0E969CCF8BE8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8264863" y="2154362"/>
            <a:ext cx="3211970" cy="3607809"/>
          </a:xfrm>
        </p:spPr>
        <p:txBody>
          <a:bodyPr>
            <a:normAutofit/>
          </a:bodyPr>
          <a:lstStyle>
            <a:lvl1pPr>
              <a:lnSpc>
                <a:spcPct val="110000"/>
              </a:lnSpc>
              <a:spcBef>
                <a:spcPts val="0"/>
              </a:spcBef>
              <a:defRPr sz="16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1" name="Text Placeholder 6">
            <a:extLst>
              <a:ext uri="{FF2B5EF4-FFF2-40B4-BE49-F238E27FC236}">
                <a16:creationId xmlns:a16="http://schemas.microsoft.com/office/drawing/2014/main" id="{ADCC5B80-D27A-2762-3E95-436EEE5A0DE7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264863" y="1597378"/>
            <a:ext cx="3211970" cy="382134"/>
          </a:xfrm>
        </p:spPr>
        <p:txBody>
          <a:bodyPr/>
          <a:lstStyle>
            <a:lvl1pPr>
              <a:defRPr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5423100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x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68748900-934F-4C43-A8B9-2FDF876E6D0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15939" y="3319670"/>
            <a:ext cx="3287436" cy="2593767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8195AC2-DF35-BD4A-8180-20C21BDD0E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5939" y="2874301"/>
            <a:ext cx="3287436" cy="281103"/>
          </a:xfrm>
        </p:spPr>
        <p:txBody>
          <a:bodyPr>
            <a:sp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0" name="Text Placeholder 6">
            <a:extLst>
              <a:ext uri="{FF2B5EF4-FFF2-40B4-BE49-F238E27FC236}">
                <a16:creationId xmlns:a16="http://schemas.microsoft.com/office/drawing/2014/main" id="{A5AC520F-8595-0F44-99A9-F0873ACA435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452282" y="3319670"/>
            <a:ext cx="3287436" cy="2593767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A0590A44-9090-C049-9F9D-0AEBD2992A8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452282" y="2874301"/>
            <a:ext cx="3287436" cy="281103"/>
          </a:xfrm>
        </p:spPr>
        <p:txBody>
          <a:bodyPr>
            <a:sp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3" name="Text Placeholder 6">
            <a:extLst>
              <a:ext uri="{FF2B5EF4-FFF2-40B4-BE49-F238E27FC236}">
                <a16:creationId xmlns:a16="http://schemas.microsoft.com/office/drawing/2014/main" id="{AD30B9DC-1666-7446-9DFD-F674A273B468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8382846" y="3326198"/>
            <a:ext cx="3287436" cy="2593767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4" name="Text Placeholder 6">
            <a:extLst>
              <a:ext uri="{FF2B5EF4-FFF2-40B4-BE49-F238E27FC236}">
                <a16:creationId xmlns:a16="http://schemas.microsoft.com/office/drawing/2014/main" id="{C7816D18-C579-DE44-B3B4-5D38198139F6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382846" y="2880829"/>
            <a:ext cx="3287436" cy="281103"/>
          </a:xfrm>
        </p:spPr>
        <p:txBody>
          <a:bodyPr>
            <a:sp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0" name="Picture Placeholder 3">
            <a:extLst>
              <a:ext uri="{FF2B5EF4-FFF2-40B4-BE49-F238E27FC236}">
                <a16:creationId xmlns:a16="http://schemas.microsoft.com/office/drawing/2014/main" id="{319B0B18-4860-DA36-3440-4533856C913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38" y="1624205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1" name="Picture Placeholder 3">
            <a:extLst>
              <a:ext uri="{FF2B5EF4-FFF2-40B4-BE49-F238E27FC236}">
                <a16:creationId xmlns:a16="http://schemas.microsoft.com/office/drawing/2014/main" id="{BF99AA58-9FC0-03DF-8208-27BED5F44ED6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4458071" y="1624205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2" name="Picture Placeholder 3">
            <a:extLst>
              <a:ext uri="{FF2B5EF4-FFF2-40B4-BE49-F238E27FC236}">
                <a16:creationId xmlns:a16="http://schemas.microsoft.com/office/drawing/2014/main" id="{AD148B2F-B493-BFBF-8393-261886DA3EE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8382846" y="1624205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74086347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x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7" name="Picture Placeholder 3">
            <a:extLst>
              <a:ext uri="{FF2B5EF4-FFF2-40B4-BE49-F238E27FC236}">
                <a16:creationId xmlns:a16="http://schemas.microsoft.com/office/drawing/2014/main" id="{78B95D78-F57A-6D40-A841-7D1E3B08277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38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68748900-934F-4C43-A8B9-2FDF876E6D0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15938" y="3170771"/>
            <a:ext cx="2545466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8195AC2-DF35-BD4A-8180-20C21BDD0E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5938" y="2559970"/>
            <a:ext cx="2545466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7" name="Picture Placeholder 3">
            <a:extLst>
              <a:ext uri="{FF2B5EF4-FFF2-40B4-BE49-F238E27FC236}">
                <a16:creationId xmlns:a16="http://schemas.microsoft.com/office/drawing/2014/main" id="{F48D299A-6257-AC74-0FD7-6D22E29A5C4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387491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48" name="Text Placeholder 6">
            <a:extLst>
              <a:ext uri="{FF2B5EF4-FFF2-40B4-BE49-F238E27FC236}">
                <a16:creationId xmlns:a16="http://schemas.microsoft.com/office/drawing/2014/main" id="{9E3D1709-B9E8-6689-9456-9D1A08D7BAA7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87491" y="3170771"/>
            <a:ext cx="2545466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9" name="Text Placeholder 6">
            <a:extLst>
              <a:ext uri="{FF2B5EF4-FFF2-40B4-BE49-F238E27FC236}">
                <a16:creationId xmlns:a16="http://schemas.microsoft.com/office/drawing/2014/main" id="{C714C56E-261C-2C43-2BCC-4B86E64EE017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387491" y="2559970"/>
            <a:ext cx="2545466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0" name="Picture Placeholder 3">
            <a:extLst>
              <a:ext uri="{FF2B5EF4-FFF2-40B4-BE49-F238E27FC236}">
                <a16:creationId xmlns:a16="http://schemas.microsoft.com/office/drawing/2014/main" id="{7BD682FD-9976-0C80-A887-A4D6D2E292BF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259044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51" name="Text Placeholder 6">
            <a:extLst>
              <a:ext uri="{FF2B5EF4-FFF2-40B4-BE49-F238E27FC236}">
                <a16:creationId xmlns:a16="http://schemas.microsoft.com/office/drawing/2014/main" id="{A9A5BE6C-6EDB-FAB6-4644-C243D0C50113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259044" y="3170771"/>
            <a:ext cx="2545466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2" name="Text Placeholder 6">
            <a:extLst>
              <a:ext uri="{FF2B5EF4-FFF2-40B4-BE49-F238E27FC236}">
                <a16:creationId xmlns:a16="http://schemas.microsoft.com/office/drawing/2014/main" id="{CB0F2787-5A74-A6DE-F13C-3D79E01FA602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259044" y="2559970"/>
            <a:ext cx="2545466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3" name="Picture Placeholder 3">
            <a:extLst>
              <a:ext uri="{FF2B5EF4-FFF2-40B4-BE49-F238E27FC236}">
                <a16:creationId xmlns:a16="http://schemas.microsoft.com/office/drawing/2014/main" id="{201E793D-C775-4026-041E-34664EC7CB2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9130597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54" name="Text Placeholder 6">
            <a:extLst>
              <a:ext uri="{FF2B5EF4-FFF2-40B4-BE49-F238E27FC236}">
                <a16:creationId xmlns:a16="http://schemas.microsoft.com/office/drawing/2014/main" id="{804BD5F4-CAC4-3B9A-26F3-C0C1833171E1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9130598" y="3170771"/>
            <a:ext cx="2545466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5" name="Text Placeholder 6">
            <a:extLst>
              <a:ext uri="{FF2B5EF4-FFF2-40B4-BE49-F238E27FC236}">
                <a16:creationId xmlns:a16="http://schemas.microsoft.com/office/drawing/2014/main" id="{B233CA27-29C3-9FC3-D859-9E09C4A5F850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9130598" y="2559970"/>
            <a:ext cx="2545466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782854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x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7" name="Picture Placeholder 3">
            <a:extLst>
              <a:ext uri="{FF2B5EF4-FFF2-40B4-BE49-F238E27FC236}">
                <a16:creationId xmlns:a16="http://schemas.microsoft.com/office/drawing/2014/main" id="{78B95D78-F57A-6D40-A841-7D1E3B08277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38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68748900-934F-4C43-A8B9-2FDF876E6D0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15939" y="3170771"/>
            <a:ext cx="2007342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8195AC2-DF35-BD4A-8180-20C21BDD0E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5939" y="2559970"/>
            <a:ext cx="2007342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7" name="Picture Placeholder 3">
            <a:extLst>
              <a:ext uri="{FF2B5EF4-FFF2-40B4-BE49-F238E27FC236}">
                <a16:creationId xmlns:a16="http://schemas.microsoft.com/office/drawing/2014/main" id="{F48D299A-6257-AC74-0FD7-6D22E29A5C4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802689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48" name="Text Placeholder 6">
            <a:extLst>
              <a:ext uri="{FF2B5EF4-FFF2-40B4-BE49-F238E27FC236}">
                <a16:creationId xmlns:a16="http://schemas.microsoft.com/office/drawing/2014/main" id="{9E3D1709-B9E8-6689-9456-9D1A08D7BAA7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2802689" y="3170771"/>
            <a:ext cx="2007342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9" name="Text Placeholder 6">
            <a:extLst>
              <a:ext uri="{FF2B5EF4-FFF2-40B4-BE49-F238E27FC236}">
                <a16:creationId xmlns:a16="http://schemas.microsoft.com/office/drawing/2014/main" id="{C714C56E-261C-2C43-2BCC-4B86E64EE017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802689" y="2559970"/>
            <a:ext cx="2007342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0" name="Picture Placeholder 3">
            <a:extLst>
              <a:ext uri="{FF2B5EF4-FFF2-40B4-BE49-F238E27FC236}">
                <a16:creationId xmlns:a16="http://schemas.microsoft.com/office/drawing/2014/main" id="{7BD682FD-9976-0C80-A887-A4D6D2E292BF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5089439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51" name="Text Placeholder 6">
            <a:extLst>
              <a:ext uri="{FF2B5EF4-FFF2-40B4-BE49-F238E27FC236}">
                <a16:creationId xmlns:a16="http://schemas.microsoft.com/office/drawing/2014/main" id="{A9A5BE6C-6EDB-FAB6-4644-C243D0C50113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5089439" y="3170771"/>
            <a:ext cx="2007342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2" name="Text Placeholder 6">
            <a:extLst>
              <a:ext uri="{FF2B5EF4-FFF2-40B4-BE49-F238E27FC236}">
                <a16:creationId xmlns:a16="http://schemas.microsoft.com/office/drawing/2014/main" id="{CB0F2787-5A74-A6DE-F13C-3D79E01FA602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5089439" y="2559970"/>
            <a:ext cx="2007342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3" name="Picture Placeholder 3">
            <a:extLst>
              <a:ext uri="{FF2B5EF4-FFF2-40B4-BE49-F238E27FC236}">
                <a16:creationId xmlns:a16="http://schemas.microsoft.com/office/drawing/2014/main" id="{201E793D-C775-4026-041E-34664EC7CB24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7376189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54" name="Text Placeholder 6">
            <a:extLst>
              <a:ext uri="{FF2B5EF4-FFF2-40B4-BE49-F238E27FC236}">
                <a16:creationId xmlns:a16="http://schemas.microsoft.com/office/drawing/2014/main" id="{804BD5F4-CAC4-3B9A-26F3-C0C1833171E1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7376189" y="3170771"/>
            <a:ext cx="2007342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5" name="Text Placeholder 6">
            <a:extLst>
              <a:ext uri="{FF2B5EF4-FFF2-40B4-BE49-F238E27FC236}">
                <a16:creationId xmlns:a16="http://schemas.microsoft.com/office/drawing/2014/main" id="{B233CA27-29C3-9FC3-D859-9E09C4A5F850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7376189" y="2559970"/>
            <a:ext cx="2007342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6" name="Picture Placeholder 3">
            <a:extLst>
              <a:ext uri="{FF2B5EF4-FFF2-40B4-BE49-F238E27FC236}">
                <a16:creationId xmlns:a16="http://schemas.microsoft.com/office/drawing/2014/main" id="{8B57295D-E6CF-D31C-B144-FCA5CB14DF6B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662939" y="1518458"/>
            <a:ext cx="924454" cy="924454"/>
          </a:xfrm>
        </p:spPr>
        <p:txBody>
          <a:bodyPr anchor="ctr">
            <a:noAutofit/>
          </a:bodyPr>
          <a:lstStyle>
            <a:lvl1pPr algn="ctr">
              <a:defRPr sz="105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57" name="Text Placeholder 6">
            <a:extLst>
              <a:ext uri="{FF2B5EF4-FFF2-40B4-BE49-F238E27FC236}">
                <a16:creationId xmlns:a16="http://schemas.microsoft.com/office/drawing/2014/main" id="{AD0246CA-EA99-001F-02B9-8BA52DCE7337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9662940" y="3170771"/>
            <a:ext cx="2007342" cy="2888574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8" name="Text Placeholder 6">
            <a:extLst>
              <a:ext uri="{FF2B5EF4-FFF2-40B4-BE49-F238E27FC236}">
                <a16:creationId xmlns:a16="http://schemas.microsoft.com/office/drawing/2014/main" id="{3D355FF6-773D-9D18-B07A-AFAED992F8C9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9662940" y="2559970"/>
            <a:ext cx="2007342" cy="4431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0172247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x4 Gri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7" name="Picture Placeholder 3">
            <a:extLst>
              <a:ext uri="{FF2B5EF4-FFF2-40B4-BE49-F238E27FC236}">
                <a16:creationId xmlns:a16="http://schemas.microsoft.com/office/drawing/2014/main" id="{78B95D78-F57A-6D40-A841-7D1E3B08277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38" y="1304925"/>
            <a:ext cx="869950" cy="869950"/>
          </a:xfrm>
        </p:spPr>
        <p:txBody>
          <a:bodyPr anchor="ctr">
            <a:noAutofit/>
          </a:bodyPr>
          <a:lstStyle>
            <a:lvl1pPr algn="ctr">
              <a:defRPr sz="12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68748900-934F-4C43-A8B9-2FDF876E6D0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549400" y="1687057"/>
            <a:ext cx="4143829" cy="1741943"/>
          </a:xfrm>
        </p:spPr>
        <p:txBody>
          <a:bodyPr>
            <a:normAutofit/>
          </a:bodyPr>
          <a:lstStyle>
            <a:lvl1pPr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8195AC2-DF35-BD4A-8180-20C21BDD0E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549400" y="1304925"/>
            <a:ext cx="4143829" cy="382135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0" name="Picture Placeholder 3">
            <a:extLst>
              <a:ext uri="{FF2B5EF4-FFF2-40B4-BE49-F238E27FC236}">
                <a16:creationId xmlns:a16="http://schemas.microsoft.com/office/drawing/2014/main" id="{D3B567E7-3D24-6F43-A35A-BBC5B9C571B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15938" y="3786232"/>
            <a:ext cx="869950" cy="869950"/>
          </a:xfrm>
        </p:spPr>
        <p:txBody>
          <a:bodyPr anchor="ctr">
            <a:noAutofit/>
          </a:bodyPr>
          <a:lstStyle>
            <a:lvl1pPr algn="ctr">
              <a:defRPr sz="12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1" name="Text Placeholder 6">
            <a:extLst>
              <a:ext uri="{FF2B5EF4-FFF2-40B4-BE49-F238E27FC236}">
                <a16:creationId xmlns:a16="http://schemas.microsoft.com/office/drawing/2014/main" id="{93E388B6-7D3E-7F4E-89BF-34EFDCA27B09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549400" y="4168364"/>
            <a:ext cx="4143829" cy="1741943"/>
          </a:xfrm>
        </p:spPr>
        <p:txBody>
          <a:bodyPr>
            <a:normAutofit/>
          </a:bodyPr>
          <a:lstStyle>
            <a:lvl1pPr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881671EB-257B-ED4B-947C-F1B6F4FDC86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1549400" y="3786232"/>
            <a:ext cx="4143829" cy="382135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3" name="Picture Placeholder 3">
            <a:extLst>
              <a:ext uri="{FF2B5EF4-FFF2-40B4-BE49-F238E27FC236}">
                <a16:creationId xmlns:a16="http://schemas.microsoft.com/office/drawing/2014/main" id="{92691027-CA0E-E24A-BE52-C681CD1360B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498773" y="1304925"/>
            <a:ext cx="869950" cy="869950"/>
          </a:xfrm>
        </p:spPr>
        <p:txBody>
          <a:bodyPr anchor="ctr">
            <a:noAutofit/>
          </a:bodyPr>
          <a:lstStyle>
            <a:lvl1pPr algn="ctr">
              <a:defRPr sz="12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4" name="Text Placeholder 6">
            <a:extLst>
              <a:ext uri="{FF2B5EF4-FFF2-40B4-BE49-F238E27FC236}">
                <a16:creationId xmlns:a16="http://schemas.microsoft.com/office/drawing/2014/main" id="{6C29C828-D0AF-8740-B636-DCE11FB0484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532235" y="1687057"/>
            <a:ext cx="4143829" cy="1741943"/>
          </a:xfrm>
        </p:spPr>
        <p:txBody>
          <a:bodyPr>
            <a:normAutofit/>
          </a:bodyPr>
          <a:lstStyle>
            <a:lvl1pPr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5" name="Text Placeholder 6">
            <a:extLst>
              <a:ext uri="{FF2B5EF4-FFF2-40B4-BE49-F238E27FC236}">
                <a16:creationId xmlns:a16="http://schemas.microsoft.com/office/drawing/2014/main" id="{58CECF4C-60E6-054F-A58B-39ED49ED6AD2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7532235" y="1304925"/>
            <a:ext cx="4143829" cy="382135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6" name="Picture Placeholder 3">
            <a:extLst>
              <a:ext uri="{FF2B5EF4-FFF2-40B4-BE49-F238E27FC236}">
                <a16:creationId xmlns:a16="http://schemas.microsoft.com/office/drawing/2014/main" id="{CD7BB1DF-4B0D-0046-AD00-F6E58908BDED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498773" y="3786232"/>
            <a:ext cx="869950" cy="869950"/>
          </a:xfrm>
        </p:spPr>
        <p:txBody>
          <a:bodyPr anchor="ctr">
            <a:noAutofit/>
          </a:bodyPr>
          <a:lstStyle>
            <a:lvl1pPr algn="ctr">
              <a:defRPr sz="12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7" name="Text Placeholder 6">
            <a:extLst>
              <a:ext uri="{FF2B5EF4-FFF2-40B4-BE49-F238E27FC236}">
                <a16:creationId xmlns:a16="http://schemas.microsoft.com/office/drawing/2014/main" id="{FDABD8D9-C71A-A446-8E62-82A359216E9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7532235" y="4168364"/>
            <a:ext cx="4143829" cy="1741943"/>
          </a:xfrm>
        </p:spPr>
        <p:txBody>
          <a:bodyPr>
            <a:normAutofit/>
          </a:bodyPr>
          <a:lstStyle>
            <a:lvl1pPr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8" name="Text Placeholder 6">
            <a:extLst>
              <a:ext uri="{FF2B5EF4-FFF2-40B4-BE49-F238E27FC236}">
                <a16:creationId xmlns:a16="http://schemas.microsoft.com/office/drawing/2014/main" id="{0340EBB2-1491-9444-9D25-3567B2AAB22F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7532235" y="3786232"/>
            <a:ext cx="4143829" cy="382135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3307426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3 Objectiv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5564867" cy="4608511"/>
          </a:xfrm>
        </p:spPr>
        <p:txBody>
          <a:bodyPr numCol="1" spcCol="180000"/>
          <a:lstStyle>
            <a:lvl1pPr marL="342900" indent="-342900">
              <a:buClr>
                <a:schemeClr val="bg2"/>
              </a:buClr>
              <a:buFont typeface="Arial" panose="020B0604020202020204" pitchFamily="34" charset="0"/>
              <a:buChar char="•"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23" name="Round Same-side Corner of Rectangle 22">
            <a:extLst>
              <a:ext uri="{FF2B5EF4-FFF2-40B4-BE49-F238E27FC236}">
                <a16:creationId xmlns:a16="http://schemas.microsoft.com/office/drawing/2014/main" id="{16D0EA1C-2C30-674C-9E0D-D3B85EFE8B44}"/>
              </a:ext>
            </a:extLst>
          </p:cNvPr>
          <p:cNvSpPr/>
          <p:nvPr userDrawn="1"/>
        </p:nvSpPr>
        <p:spPr>
          <a:xfrm rot="5400000" flipH="1">
            <a:off x="8698709" y="2420146"/>
            <a:ext cx="1350948" cy="5635632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24" name="Text Placeholder 6">
            <a:extLst>
              <a:ext uri="{FF2B5EF4-FFF2-40B4-BE49-F238E27FC236}">
                <a16:creationId xmlns:a16="http://schemas.microsoft.com/office/drawing/2014/main" id="{0933F7F4-7E4A-AD4A-B080-3883C01BCEA1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7955149" y="5013397"/>
            <a:ext cx="3715133" cy="792044"/>
          </a:xfrm>
        </p:spPr>
        <p:txBody>
          <a:bodyPr anchor="t">
            <a:normAutofit/>
          </a:bodyPr>
          <a:lstStyle>
            <a:lvl1pPr marL="179388" indent="-179388">
              <a:lnSpc>
                <a:spcPct val="11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  <a:tabLst/>
              <a:defRPr sz="1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5" name="Text Placeholder 6">
            <a:extLst>
              <a:ext uri="{FF2B5EF4-FFF2-40B4-BE49-F238E27FC236}">
                <a16:creationId xmlns:a16="http://schemas.microsoft.com/office/drawing/2014/main" id="{66DF01F6-3014-6E4B-AB71-62673ED7268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955149" y="4663313"/>
            <a:ext cx="1917616" cy="249259"/>
          </a:xfrm>
        </p:spPr>
        <p:txBody>
          <a:bodyPr anchor="t">
            <a:normAutofit/>
          </a:bodyPr>
          <a:lstStyle>
            <a:lvl1pPr algn="l">
              <a:lnSpc>
                <a:spcPct val="110000"/>
              </a:lnSpc>
              <a:spcAft>
                <a:spcPts val="600"/>
              </a:spcAft>
              <a:defRPr sz="1600" b="1">
                <a:solidFill>
                  <a:schemeClr val="tx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Title</a:t>
            </a:r>
          </a:p>
        </p:txBody>
      </p:sp>
      <p:sp>
        <p:nvSpPr>
          <p:cNvPr id="26" name="Picture Placeholder 3">
            <a:extLst>
              <a:ext uri="{FF2B5EF4-FFF2-40B4-BE49-F238E27FC236}">
                <a16:creationId xmlns:a16="http://schemas.microsoft.com/office/drawing/2014/main" id="{E49618F2-620F-A042-9095-E7C4C137E2ED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6957092" y="4846809"/>
            <a:ext cx="767874" cy="767874"/>
          </a:xfrm>
        </p:spPr>
        <p:txBody>
          <a:bodyPr anchor="ctr">
            <a:noAutofit/>
          </a:bodyPr>
          <a:lstStyle>
            <a:lvl1pPr algn="ctr">
              <a:defRPr sz="12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7" name="Round Same-side Corner of Rectangle 26">
            <a:extLst>
              <a:ext uri="{FF2B5EF4-FFF2-40B4-BE49-F238E27FC236}">
                <a16:creationId xmlns:a16="http://schemas.microsoft.com/office/drawing/2014/main" id="{CFB215F2-B96A-D14F-B549-E8D9FA660A0B}"/>
              </a:ext>
            </a:extLst>
          </p:cNvPr>
          <p:cNvSpPr/>
          <p:nvPr userDrawn="1"/>
        </p:nvSpPr>
        <p:spPr>
          <a:xfrm rot="5400000" flipH="1">
            <a:off x="8698709" y="791363"/>
            <a:ext cx="1350948" cy="5635632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28" name="Text Placeholder 6">
            <a:extLst>
              <a:ext uri="{FF2B5EF4-FFF2-40B4-BE49-F238E27FC236}">
                <a16:creationId xmlns:a16="http://schemas.microsoft.com/office/drawing/2014/main" id="{F2701821-5C13-4746-B598-28CE9EEFDFD0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7955149" y="3384614"/>
            <a:ext cx="3715133" cy="792044"/>
          </a:xfrm>
        </p:spPr>
        <p:txBody>
          <a:bodyPr anchor="t">
            <a:normAutofit/>
          </a:bodyPr>
          <a:lstStyle>
            <a:lvl1pPr marL="179388" indent="-179388">
              <a:lnSpc>
                <a:spcPct val="11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  <a:tabLst/>
              <a:defRPr sz="1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9" name="Text Placeholder 6">
            <a:extLst>
              <a:ext uri="{FF2B5EF4-FFF2-40B4-BE49-F238E27FC236}">
                <a16:creationId xmlns:a16="http://schemas.microsoft.com/office/drawing/2014/main" id="{8C928579-FF9D-8E4F-912D-F44BF03ECF0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955149" y="3034530"/>
            <a:ext cx="1917616" cy="249259"/>
          </a:xfrm>
        </p:spPr>
        <p:txBody>
          <a:bodyPr anchor="t">
            <a:normAutofit/>
          </a:bodyPr>
          <a:lstStyle>
            <a:lvl1pPr algn="l">
              <a:lnSpc>
                <a:spcPct val="110000"/>
              </a:lnSpc>
              <a:spcAft>
                <a:spcPts val="600"/>
              </a:spcAft>
              <a:defRPr sz="1600" b="1">
                <a:solidFill>
                  <a:schemeClr val="tx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Title</a:t>
            </a:r>
          </a:p>
        </p:txBody>
      </p:sp>
      <p:sp>
        <p:nvSpPr>
          <p:cNvPr id="30" name="Picture Placeholder 3">
            <a:extLst>
              <a:ext uri="{FF2B5EF4-FFF2-40B4-BE49-F238E27FC236}">
                <a16:creationId xmlns:a16="http://schemas.microsoft.com/office/drawing/2014/main" id="{B617E54E-8C7A-E24B-A3E6-FFD196430237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6957092" y="3218026"/>
            <a:ext cx="767874" cy="767874"/>
          </a:xfrm>
        </p:spPr>
        <p:txBody>
          <a:bodyPr anchor="ctr">
            <a:noAutofit/>
          </a:bodyPr>
          <a:lstStyle>
            <a:lvl1pPr algn="ctr">
              <a:defRPr sz="12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31" name="Round Same-side Corner of Rectangle 30">
            <a:extLst>
              <a:ext uri="{FF2B5EF4-FFF2-40B4-BE49-F238E27FC236}">
                <a16:creationId xmlns:a16="http://schemas.microsoft.com/office/drawing/2014/main" id="{468DF2F5-0340-4C4E-8BAB-B68D68BDB1CC}"/>
              </a:ext>
            </a:extLst>
          </p:cNvPr>
          <p:cNvSpPr/>
          <p:nvPr userDrawn="1"/>
        </p:nvSpPr>
        <p:spPr>
          <a:xfrm rot="5400000" flipH="1">
            <a:off x="8698709" y="-837418"/>
            <a:ext cx="1350948" cy="5635632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32" name="Text Placeholder 6">
            <a:extLst>
              <a:ext uri="{FF2B5EF4-FFF2-40B4-BE49-F238E27FC236}">
                <a16:creationId xmlns:a16="http://schemas.microsoft.com/office/drawing/2014/main" id="{8297A7AF-4FD1-0044-A50C-5C0CE488521B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7955149" y="1755833"/>
            <a:ext cx="3715133" cy="792044"/>
          </a:xfrm>
        </p:spPr>
        <p:txBody>
          <a:bodyPr anchor="t">
            <a:normAutofit/>
          </a:bodyPr>
          <a:lstStyle>
            <a:lvl1pPr marL="179388" indent="-179388">
              <a:lnSpc>
                <a:spcPct val="11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  <a:tabLst/>
              <a:defRPr sz="1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3" name="Text Placeholder 6">
            <a:extLst>
              <a:ext uri="{FF2B5EF4-FFF2-40B4-BE49-F238E27FC236}">
                <a16:creationId xmlns:a16="http://schemas.microsoft.com/office/drawing/2014/main" id="{6C19D012-767E-A845-8105-4B4C4887921E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7955149" y="1405749"/>
            <a:ext cx="1917616" cy="249259"/>
          </a:xfrm>
        </p:spPr>
        <p:txBody>
          <a:bodyPr anchor="t">
            <a:normAutofit/>
          </a:bodyPr>
          <a:lstStyle>
            <a:lvl1pPr algn="l">
              <a:lnSpc>
                <a:spcPct val="110000"/>
              </a:lnSpc>
              <a:spcAft>
                <a:spcPts val="600"/>
              </a:spcAft>
              <a:defRPr sz="1600" b="1">
                <a:solidFill>
                  <a:schemeClr val="tx2">
                    <a:lumMod val="40000"/>
                    <a:lumOff val="60000"/>
                  </a:schemeClr>
                </a:solidFill>
              </a:defRPr>
            </a:lvl1pPr>
          </a:lstStyle>
          <a:p>
            <a:pPr lvl="0"/>
            <a:r>
              <a:rPr lang="en-GB"/>
              <a:t>Title</a:t>
            </a:r>
          </a:p>
        </p:txBody>
      </p:sp>
      <p:sp>
        <p:nvSpPr>
          <p:cNvPr id="34" name="Picture Placeholder 3">
            <a:extLst>
              <a:ext uri="{FF2B5EF4-FFF2-40B4-BE49-F238E27FC236}">
                <a16:creationId xmlns:a16="http://schemas.microsoft.com/office/drawing/2014/main" id="{DD5DD0FD-09C0-E049-944D-E6046E4FD565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6957092" y="1589245"/>
            <a:ext cx="767874" cy="767874"/>
          </a:xfrm>
        </p:spPr>
        <p:txBody>
          <a:bodyPr anchor="ctr">
            <a:noAutofit/>
          </a:bodyPr>
          <a:lstStyle>
            <a:lvl1pPr algn="ctr">
              <a:defRPr sz="12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34102237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ow Chart x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5498C8CE-3879-2F54-526A-4FB3BC35A614}"/>
              </a:ext>
            </a:extLst>
          </p:cNvPr>
          <p:cNvGrpSpPr/>
          <p:nvPr userDrawn="1"/>
        </p:nvGrpSpPr>
        <p:grpSpPr>
          <a:xfrm>
            <a:off x="506981" y="2354656"/>
            <a:ext cx="11169081" cy="3558782"/>
            <a:chOff x="506982" y="1923728"/>
            <a:chExt cx="8410120" cy="2679700"/>
          </a:xfrm>
        </p:grpSpPr>
        <p:pic>
          <p:nvPicPr>
            <p:cNvPr id="3" name="Graphic 2">
              <a:extLst>
                <a:ext uri="{FF2B5EF4-FFF2-40B4-BE49-F238E27FC236}">
                  <a16:creationId xmlns:a16="http://schemas.microsoft.com/office/drawing/2014/main" id="{FF8E22B8-C626-33CF-AF31-C216F153582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59702" y="1923728"/>
              <a:ext cx="2057400" cy="2679700"/>
            </a:xfrm>
            <a:prstGeom prst="rect">
              <a:avLst/>
            </a:prstGeom>
          </p:spPr>
        </p:pic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51CC370D-D55C-CF1D-A84D-FC3FD269EF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733662" y="1923728"/>
              <a:ext cx="2209800" cy="2679700"/>
            </a:xfrm>
            <a:prstGeom prst="rect">
              <a:avLst/>
            </a:prstGeom>
          </p:spPr>
        </p:pic>
        <p:pic>
          <p:nvPicPr>
            <p:cNvPr id="8" name="Graphic 7">
              <a:extLst>
                <a:ext uri="{FF2B5EF4-FFF2-40B4-BE49-F238E27FC236}">
                  <a16:creationId xmlns:a16="http://schemas.microsoft.com/office/drawing/2014/main" id="{0CF38F8D-CE10-398F-DC92-0410984D5CA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607622" y="1923728"/>
              <a:ext cx="2209800" cy="2679700"/>
            </a:xfrm>
            <a:prstGeom prst="rect">
              <a:avLst/>
            </a:prstGeom>
          </p:spPr>
        </p:pic>
        <p:pic>
          <p:nvPicPr>
            <p:cNvPr id="11" name="Graphic 10">
              <a:extLst>
                <a:ext uri="{FF2B5EF4-FFF2-40B4-BE49-F238E27FC236}">
                  <a16:creationId xmlns:a16="http://schemas.microsoft.com/office/drawing/2014/main" id="{71C8FE21-D454-2669-5018-BDB88B7A469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06982" y="1923728"/>
              <a:ext cx="2184400" cy="2679700"/>
            </a:xfrm>
            <a:prstGeom prst="rect">
              <a:avLst/>
            </a:prstGeom>
          </p:spPr>
        </p:pic>
      </p:grpSp>
      <p:sp>
        <p:nvSpPr>
          <p:cNvPr id="20" name="Text Placeholder 8">
            <a:extLst>
              <a:ext uri="{FF2B5EF4-FFF2-40B4-BE49-F238E27FC236}">
                <a16:creationId xmlns:a16="http://schemas.microsoft.com/office/drawing/2014/main" id="{469A369E-3216-3A94-D069-C4212D6C5B2A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5"/>
            <a:ext cx="11144930" cy="853194"/>
          </a:xfrm>
        </p:spPr>
        <p:txBody>
          <a:bodyPr numCol="1" spcCol="180000"/>
          <a:lstStyle>
            <a:lvl1pPr marL="0" indent="0">
              <a:spcAft>
                <a:spcPts val="600"/>
              </a:spcAft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1" name="Text Placeholder 6">
            <a:extLst>
              <a:ext uri="{FF2B5EF4-FFF2-40B4-BE49-F238E27FC236}">
                <a16:creationId xmlns:a16="http://schemas.microsoft.com/office/drawing/2014/main" id="{8A9C1315-921F-285F-D6BD-A177DE53DC2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75643" y="3054704"/>
            <a:ext cx="2290922" cy="2745803"/>
          </a:xfrm>
        </p:spPr>
        <p:txBody>
          <a:bodyPr>
            <a:normAutofit/>
          </a:bodyPr>
          <a:lstStyle>
            <a:lvl1pPr marL="177800" indent="-177800">
              <a:spcAft>
                <a:spcPts val="600"/>
              </a:spcAft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4F0999A6-8092-1A74-E3A2-26CC341F65C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75643" y="2501966"/>
            <a:ext cx="2290922" cy="443198"/>
          </a:xfrm>
        </p:spPr>
        <p:txBody>
          <a:bodyPr wrap="square" anchor="ctr">
            <a:noAutofit/>
          </a:bodyPr>
          <a:lstStyle>
            <a:lvl1pPr>
              <a:lnSpc>
                <a:spcPct val="90000"/>
              </a:lnSpc>
              <a:defRPr sz="20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6" name="Text Placeholder 6">
            <a:extLst>
              <a:ext uri="{FF2B5EF4-FFF2-40B4-BE49-F238E27FC236}">
                <a16:creationId xmlns:a16="http://schemas.microsoft.com/office/drawing/2014/main" id="{F5E81801-D408-BD68-8EF8-821176E4315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583362" y="3054704"/>
            <a:ext cx="2231105" cy="2745803"/>
          </a:xfrm>
        </p:spPr>
        <p:txBody>
          <a:bodyPr>
            <a:normAutofit/>
          </a:bodyPr>
          <a:lstStyle>
            <a:lvl1pPr marL="177800" indent="-177800">
              <a:spcAft>
                <a:spcPts val="600"/>
              </a:spcAft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7" name="Text Placeholder 6">
            <a:extLst>
              <a:ext uri="{FF2B5EF4-FFF2-40B4-BE49-F238E27FC236}">
                <a16:creationId xmlns:a16="http://schemas.microsoft.com/office/drawing/2014/main" id="{FE29D8EA-6114-4150-3B97-EAD0BB047B2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583362" y="2501966"/>
            <a:ext cx="2231105" cy="443198"/>
          </a:xfrm>
        </p:spPr>
        <p:txBody>
          <a:bodyPr wrap="square" anchor="ctr">
            <a:noAutofit/>
          </a:bodyPr>
          <a:lstStyle>
            <a:lvl1pPr>
              <a:lnSpc>
                <a:spcPct val="90000"/>
              </a:lnSpc>
              <a:defRPr sz="20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8" name="Text Placeholder 6">
            <a:extLst>
              <a:ext uri="{FF2B5EF4-FFF2-40B4-BE49-F238E27FC236}">
                <a16:creationId xmlns:a16="http://schemas.microsoft.com/office/drawing/2014/main" id="{832C3EE2-E731-14E8-F235-F0DC107603F1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396559" y="3054704"/>
            <a:ext cx="2251850" cy="2745803"/>
          </a:xfrm>
        </p:spPr>
        <p:txBody>
          <a:bodyPr>
            <a:normAutofit/>
          </a:bodyPr>
          <a:lstStyle>
            <a:lvl1pPr marL="177800" indent="-177800">
              <a:spcAft>
                <a:spcPts val="600"/>
              </a:spcAft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9" name="Text Placeholder 6">
            <a:extLst>
              <a:ext uri="{FF2B5EF4-FFF2-40B4-BE49-F238E27FC236}">
                <a16:creationId xmlns:a16="http://schemas.microsoft.com/office/drawing/2014/main" id="{3514D2BC-4EB5-482F-640F-D4ECA3398E7B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396559" y="2501966"/>
            <a:ext cx="2251850" cy="443198"/>
          </a:xfrm>
        </p:spPr>
        <p:txBody>
          <a:bodyPr wrap="square" anchor="ctr">
            <a:noAutofit/>
          </a:bodyPr>
          <a:lstStyle>
            <a:lvl1pPr>
              <a:lnSpc>
                <a:spcPct val="90000"/>
              </a:lnSpc>
              <a:defRPr sz="2000" b="1">
                <a:solidFill>
                  <a:schemeClr val="accent4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0" name="Text Placeholder 6">
            <a:extLst>
              <a:ext uri="{FF2B5EF4-FFF2-40B4-BE49-F238E27FC236}">
                <a16:creationId xmlns:a16="http://schemas.microsoft.com/office/drawing/2014/main" id="{176B8D71-6027-E9D4-DE0B-4336DE4C8765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244461" y="3054704"/>
            <a:ext cx="2290922" cy="2745803"/>
          </a:xfrm>
        </p:spPr>
        <p:txBody>
          <a:bodyPr>
            <a:normAutofit/>
          </a:bodyPr>
          <a:lstStyle>
            <a:lvl1pPr marL="177800" indent="-177800">
              <a:spcAft>
                <a:spcPts val="600"/>
              </a:spcAft>
              <a:buFont typeface="Arial" panose="020B0604020202020204" pitchFamily="34" charset="0"/>
              <a:buChar char="•"/>
              <a:tabLst/>
              <a:defRPr sz="12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006DA17C-A871-793A-2C8F-F98A0EDA8ED0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244461" y="2501966"/>
            <a:ext cx="2290922" cy="443198"/>
          </a:xfrm>
        </p:spPr>
        <p:txBody>
          <a:bodyPr wrap="square" anchor="ctr">
            <a:noAutofit/>
          </a:bodyPr>
          <a:lstStyle>
            <a:lvl1pPr>
              <a:lnSpc>
                <a:spcPct val="90000"/>
              </a:lnSpc>
              <a:defRPr sz="2000" b="1">
                <a:solidFill>
                  <a:schemeClr val="accent5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1116845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63869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5564867" cy="4608511"/>
          </a:xfrm>
        </p:spPr>
        <p:txBody>
          <a:bodyPr numCol="1" spcCol="18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8" name="Slide Number Placeholder 2">
            <a:extLst>
              <a:ext uri="{FF2B5EF4-FFF2-40B4-BE49-F238E27FC236}">
                <a16:creationId xmlns:a16="http://schemas.microsoft.com/office/drawing/2014/main" id="{8D67BD3D-5E5B-2957-7B72-B286DEA694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1DD0B93-9CA3-DE96-64E9-7FECBAD37972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ooter Placeholder 1">
            <a:extLst>
              <a:ext uri="{FF2B5EF4-FFF2-40B4-BE49-F238E27FC236}">
                <a16:creationId xmlns:a16="http://schemas.microsoft.com/office/drawing/2014/main" id="{F3526303-0969-95FB-D8FA-0C9E391652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21" name="Picture 11">
            <a:extLst>
              <a:ext uri="{FF2B5EF4-FFF2-40B4-BE49-F238E27FC236}">
                <a16:creationId xmlns:a16="http://schemas.microsoft.com/office/drawing/2014/main" id="{24A4E3D3-8EF4-A80C-4780-9639C12D4E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6DFBA0EA-6763-E017-8DB4-792094E59657}"/>
              </a:ext>
            </a:extLst>
          </p:cNvPr>
          <p:cNvSpPr>
            <a:spLocks noGrp="1"/>
          </p:cNvSpPr>
          <p:nvPr>
            <p:ph type="body" idx="21"/>
          </p:nvPr>
        </p:nvSpPr>
        <p:spPr>
          <a:xfrm>
            <a:off x="6652260" y="1304924"/>
            <a:ext cx="5033328" cy="4608501"/>
          </a:xfrm>
        </p:spPr>
        <p:txBody>
          <a:bodyPr numCol="1" spcCol="180000">
            <a:noAutofit/>
          </a:bodyPr>
          <a:lstStyle>
            <a:lvl1pPr marL="0" indent="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None/>
              <a:defRPr sz="2400" b="1">
                <a:solidFill>
                  <a:schemeClr val="accent4"/>
                </a:solidFill>
              </a:defRPr>
            </a:lvl1pPr>
            <a:lvl2pPr marL="457200" indent="0">
              <a:buNone/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3393086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, Quote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63869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5564867" cy="4608511"/>
          </a:xfrm>
        </p:spPr>
        <p:txBody>
          <a:bodyPr numCol="1" spcCol="18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7" name="Picture Placeholder 2">
            <a:extLst>
              <a:ext uri="{FF2B5EF4-FFF2-40B4-BE49-F238E27FC236}">
                <a16:creationId xmlns:a16="http://schemas.microsoft.com/office/drawing/2014/main" id="{D7BA9708-B496-A663-CB06-FD4F2E3602E5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359525" y="3227929"/>
            <a:ext cx="5326063" cy="2685506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18" name="Slide Number Placeholder 2">
            <a:extLst>
              <a:ext uri="{FF2B5EF4-FFF2-40B4-BE49-F238E27FC236}">
                <a16:creationId xmlns:a16="http://schemas.microsoft.com/office/drawing/2014/main" id="{8D67BD3D-5E5B-2957-7B72-B286DEA694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1DD0B93-9CA3-DE96-64E9-7FECBAD37972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ooter Placeholder 1">
            <a:extLst>
              <a:ext uri="{FF2B5EF4-FFF2-40B4-BE49-F238E27FC236}">
                <a16:creationId xmlns:a16="http://schemas.microsoft.com/office/drawing/2014/main" id="{F3526303-0969-95FB-D8FA-0C9E391652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21" name="Picture 11">
            <a:extLst>
              <a:ext uri="{FF2B5EF4-FFF2-40B4-BE49-F238E27FC236}">
                <a16:creationId xmlns:a16="http://schemas.microsoft.com/office/drawing/2014/main" id="{24A4E3D3-8EF4-A80C-4780-9639C12D4E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6DFBA0EA-6763-E017-8DB4-792094E59657}"/>
              </a:ext>
            </a:extLst>
          </p:cNvPr>
          <p:cNvSpPr>
            <a:spLocks noGrp="1"/>
          </p:cNvSpPr>
          <p:nvPr>
            <p:ph type="body" idx="21"/>
          </p:nvPr>
        </p:nvSpPr>
        <p:spPr>
          <a:xfrm>
            <a:off x="6345193" y="1304925"/>
            <a:ext cx="5340395" cy="312265"/>
          </a:xfrm>
        </p:spPr>
        <p:txBody>
          <a:bodyPr numCol="1" spcCol="180000">
            <a:spAutoFit/>
          </a:bodyPr>
          <a:lstStyle>
            <a:lvl1pPr marL="0" indent="0">
              <a:spcAft>
                <a:spcPts val="600"/>
              </a:spcAft>
              <a:buClr>
                <a:schemeClr val="bg2"/>
              </a:buClr>
              <a:buFont typeface="Arial" panose="020B0604020202020204" pitchFamily="34" charset="0"/>
              <a:buNone/>
              <a:defRPr b="1">
                <a:solidFill>
                  <a:schemeClr val="accent4"/>
                </a:solidFill>
              </a:defRPr>
            </a:lvl1pPr>
            <a:lvl2pPr marL="457200" indent="0">
              <a:buNone/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4BC205A0-AF05-E822-A6D1-8E80B8895804}"/>
              </a:ext>
            </a:extLst>
          </p:cNvPr>
          <p:cNvSpPr>
            <a:spLocks noGrp="1"/>
          </p:cNvSpPr>
          <p:nvPr>
            <p:ph type="body" idx="22" hasCustomPrompt="1"/>
          </p:nvPr>
        </p:nvSpPr>
        <p:spPr>
          <a:xfrm>
            <a:off x="6345193" y="5962960"/>
            <a:ext cx="5340395" cy="140488"/>
          </a:xfrm>
        </p:spPr>
        <p:txBody>
          <a:bodyPr numCol="1" spcCol="180000">
            <a:spAutoFit/>
          </a:bodyPr>
          <a:lstStyle>
            <a:lvl1pPr marL="0" indent="0">
              <a:spcAft>
                <a:spcPts val="600"/>
              </a:spcAft>
              <a:buClr>
                <a:schemeClr val="bg2"/>
              </a:buClr>
              <a:buFont typeface="Arial" panose="020B0604020202020204" pitchFamily="34" charset="0"/>
              <a:buNone/>
              <a:defRPr sz="900" b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Optional image caption</a:t>
            </a:r>
          </a:p>
        </p:txBody>
      </p:sp>
    </p:spTree>
    <p:extLst>
      <p:ext uri="{BB962C8B-B14F-4D97-AF65-F5344CB8AC3E}">
        <p14:creationId xmlns:p14="http://schemas.microsoft.com/office/powerpoint/2010/main" val="337742726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2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5574281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5564867" cy="4608511"/>
          </a:xfrm>
        </p:spPr>
        <p:txBody>
          <a:bodyPr numCol="1" spcCol="18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5315BB4-CEA5-4429-26F4-D4B56B8BE14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359525" y="368300"/>
            <a:ext cx="5326063" cy="2685505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17" name="Picture Placeholder 2">
            <a:extLst>
              <a:ext uri="{FF2B5EF4-FFF2-40B4-BE49-F238E27FC236}">
                <a16:creationId xmlns:a16="http://schemas.microsoft.com/office/drawing/2014/main" id="{D7BA9708-B496-A663-CB06-FD4F2E3602E5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359525" y="3227929"/>
            <a:ext cx="5326063" cy="2685506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18" name="Slide Number Placeholder 2">
            <a:extLst>
              <a:ext uri="{FF2B5EF4-FFF2-40B4-BE49-F238E27FC236}">
                <a16:creationId xmlns:a16="http://schemas.microsoft.com/office/drawing/2014/main" id="{8D67BD3D-5E5B-2957-7B72-B286DEA694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1DD0B93-9CA3-DE96-64E9-7FECBAD37972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ooter Placeholder 1">
            <a:extLst>
              <a:ext uri="{FF2B5EF4-FFF2-40B4-BE49-F238E27FC236}">
                <a16:creationId xmlns:a16="http://schemas.microsoft.com/office/drawing/2014/main" id="{F3526303-0969-95FB-D8FA-0C9E391652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21" name="Picture 11">
            <a:extLst>
              <a:ext uri="{FF2B5EF4-FFF2-40B4-BE49-F238E27FC236}">
                <a16:creationId xmlns:a16="http://schemas.microsoft.com/office/drawing/2014/main" id="{24A4E3D3-8EF4-A80C-4780-9639C12D4E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02F1485A-E0B4-C14E-58C4-9144A8FEE29C}"/>
              </a:ext>
            </a:extLst>
          </p:cNvPr>
          <p:cNvSpPr>
            <a:spLocks noGrp="1"/>
          </p:cNvSpPr>
          <p:nvPr>
            <p:ph type="body" idx="22" hasCustomPrompt="1"/>
          </p:nvPr>
        </p:nvSpPr>
        <p:spPr>
          <a:xfrm>
            <a:off x="6345193" y="5962960"/>
            <a:ext cx="5340395" cy="140488"/>
          </a:xfrm>
        </p:spPr>
        <p:txBody>
          <a:bodyPr numCol="1" spcCol="180000">
            <a:spAutoFit/>
          </a:bodyPr>
          <a:lstStyle>
            <a:lvl1pPr marL="0" indent="0">
              <a:spcAft>
                <a:spcPts val="600"/>
              </a:spcAft>
              <a:buClr>
                <a:schemeClr val="bg2"/>
              </a:buClr>
              <a:buFont typeface="Arial" panose="020B0604020202020204" pitchFamily="34" charset="0"/>
              <a:buNone/>
              <a:defRPr sz="900" b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Optional image caption</a:t>
            </a:r>
          </a:p>
        </p:txBody>
      </p:sp>
    </p:spTree>
    <p:extLst>
      <p:ext uri="{BB962C8B-B14F-4D97-AF65-F5344CB8AC3E}">
        <p14:creationId xmlns:p14="http://schemas.microsoft.com/office/powerpoint/2010/main" val="113242533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7">
            <a:extLst>
              <a:ext uri="{FF2B5EF4-FFF2-40B4-BE49-F238E27FC236}">
                <a16:creationId xmlns:a16="http://schemas.microsoft.com/office/drawing/2014/main" id="{1426049D-A517-EA42-AFCA-8DDB22C6BA3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495588" y="-10508"/>
            <a:ext cx="5711376" cy="6879020"/>
          </a:xfrm>
          <a:custGeom>
            <a:avLst/>
            <a:gdLst>
              <a:gd name="connsiteX0" fmla="*/ 0 w 7962406"/>
              <a:gd name="connsiteY0" fmla="*/ 0 h 6857999"/>
              <a:gd name="connsiteX1" fmla="*/ 7962406 w 7962406"/>
              <a:gd name="connsiteY1" fmla="*/ 0 h 6857999"/>
              <a:gd name="connsiteX2" fmla="*/ 7962406 w 7962406"/>
              <a:gd name="connsiteY2" fmla="*/ 6857999 h 6857999"/>
              <a:gd name="connsiteX3" fmla="*/ 1019785 w 7962406"/>
              <a:gd name="connsiteY3" fmla="*/ 6857999 h 6857999"/>
              <a:gd name="connsiteX4" fmla="*/ 0 w 7962406"/>
              <a:gd name="connsiteY4" fmla="*/ 5838214 h 6857999"/>
              <a:gd name="connsiteX0" fmla="*/ 0 w 7962406"/>
              <a:gd name="connsiteY0" fmla="*/ 0 h 6857999"/>
              <a:gd name="connsiteX1" fmla="*/ 6039013 w 7962406"/>
              <a:gd name="connsiteY1" fmla="*/ 84083 h 6857999"/>
              <a:gd name="connsiteX2" fmla="*/ 7962406 w 7962406"/>
              <a:gd name="connsiteY2" fmla="*/ 6857999 h 6857999"/>
              <a:gd name="connsiteX3" fmla="*/ 1019785 w 7962406"/>
              <a:gd name="connsiteY3" fmla="*/ 6857999 h 6857999"/>
              <a:gd name="connsiteX4" fmla="*/ 0 w 7962406"/>
              <a:gd name="connsiteY4" fmla="*/ 5838214 h 6857999"/>
              <a:gd name="connsiteX5" fmla="*/ 0 w 7962406"/>
              <a:gd name="connsiteY5" fmla="*/ 0 h 6857999"/>
              <a:gd name="connsiteX0" fmla="*/ 0 w 7962406"/>
              <a:gd name="connsiteY0" fmla="*/ 10510 h 6868509"/>
              <a:gd name="connsiteX1" fmla="*/ 6144117 w 7962406"/>
              <a:gd name="connsiteY1" fmla="*/ 0 h 6868509"/>
              <a:gd name="connsiteX2" fmla="*/ 7962406 w 7962406"/>
              <a:gd name="connsiteY2" fmla="*/ 6868509 h 6868509"/>
              <a:gd name="connsiteX3" fmla="*/ 1019785 w 7962406"/>
              <a:gd name="connsiteY3" fmla="*/ 6868509 h 6868509"/>
              <a:gd name="connsiteX4" fmla="*/ 0 w 7962406"/>
              <a:gd name="connsiteY4" fmla="*/ 5848724 h 6868509"/>
              <a:gd name="connsiteX5" fmla="*/ 0 w 7962406"/>
              <a:gd name="connsiteY5" fmla="*/ 10510 h 6868509"/>
              <a:gd name="connsiteX0" fmla="*/ 0 w 6144117"/>
              <a:gd name="connsiteY0" fmla="*/ 10510 h 6868509"/>
              <a:gd name="connsiteX1" fmla="*/ 6144117 w 6144117"/>
              <a:gd name="connsiteY1" fmla="*/ 0 h 6868509"/>
              <a:gd name="connsiteX2" fmla="*/ 5660640 w 6144117"/>
              <a:gd name="connsiteY2" fmla="*/ 6563709 h 6868509"/>
              <a:gd name="connsiteX3" fmla="*/ 1019785 w 6144117"/>
              <a:gd name="connsiteY3" fmla="*/ 6868509 h 6868509"/>
              <a:gd name="connsiteX4" fmla="*/ 0 w 6144117"/>
              <a:gd name="connsiteY4" fmla="*/ 5848724 h 6868509"/>
              <a:gd name="connsiteX5" fmla="*/ 0 w 6144117"/>
              <a:gd name="connsiteY5" fmla="*/ 10510 h 6868509"/>
              <a:gd name="connsiteX0" fmla="*/ 0 w 6154626"/>
              <a:gd name="connsiteY0" fmla="*/ 10510 h 6879020"/>
              <a:gd name="connsiteX1" fmla="*/ 6144117 w 6154626"/>
              <a:gd name="connsiteY1" fmla="*/ 0 h 6879020"/>
              <a:gd name="connsiteX2" fmla="*/ 6154626 w 6154626"/>
              <a:gd name="connsiteY2" fmla="*/ 6879020 h 6879020"/>
              <a:gd name="connsiteX3" fmla="*/ 1019785 w 6154626"/>
              <a:gd name="connsiteY3" fmla="*/ 6868509 h 6879020"/>
              <a:gd name="connsiteX4" fmla="*/ 0 w 6154626"/>
              <a:gd name="connsiteY4" fmla="*/ 5848724 h 6879020"/>
              <a:gd name="connsiteX5" fmla="*/ 0 w 6154626"/>
              <a:gd name="connsiteY5" fmla="*/ 10510 h 687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154626" h="6879020">
                <a:moveTo>
                  <a:pt x="0" y="10510"/>
                </a:moveTo>
                <a:lnTo>
                  <a:pt x="6144117" y="0"/>
                </a:lnTo>
                <a:lnTo>
                  <a:pt x="6154626" y="6879020"/>
                </a:lnTo>
                <a:lnTo>
                  <a:pt x="1019785" y="6868509"/>
                </a:lnTo>
                <a:cubicBezTo>
                  <a:pt x="456573" y="6868509"/>
                  <a:pt x="0" y="6411936"/>
                  <a:pt x="0" y="5848724"/>
                </a:cubicBezTo>
                <a:lnTo>
                  <a:pt x="0" y="1051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insert picture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5574281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5564867" cy="4608511"/>
          </a:xfrm>
        </p:spPr>
        <p:txBody>
          <a:bodyPr numCol="1" spcCol="18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558006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CE04A98-CDC1-2043-A233-CAA53ED2E1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643129" y="6108048"/>
            <a:ext cx="1042557" cy="381653"/>
          </a:xfrm>
          <a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lvl="0"/>
            <a:r>
              <a:rPr lang="en-GB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4320384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5574281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5564867" cy="4608511"/>
          </a:xfrm>
        </p:spPr>
        <p:txBody>
          <a:bodyPr numCol="1" spcCol="18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558006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CE04A98-CDC1-2043-A233-CAA53ED2E1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643129" y="6108048"/>
            <a:ext cx="1042557" cy="381653"/>
          </a:xfrm>
          <a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lvl="0"/>
            <a:r>
              <a:rPr lang="en-GB"/>
              <a:t> </a:t>
            </a: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D7270696-0AB9-0445-9B12-E1B6CE40D32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85640" y="0"/>
            <a:ext cx="6506360" cy="6858000"/>
          </a:xfrm>
          <a:custGeom>
            <a:avLst/>
            <a:gdLst>
              <a:gd name="connsiteX0" fmla="*/ 0 w 6506360"/>
              <a:gd name="connsiteY0" fmla="*/ 0 h 6858000"/>
              <a:gd name="connsiteX1" fmla="*/ 6506360 w 6506360"/>
              <a:gd name="connsiteY1" fmla="*/ 0 h 6858000"/>
              <a:gd name="connsiteX2" fmla="*/ 6506360 w 6506360"/>
              <a:gd name="connsiteY2" fmla="*/ 6858000 h 6858000"/>
              <a:gd name="connsiteX3" fmla="*/ 816590 w 6506360"/>
              <a:gd name="connsiteY3" fmla="*/ 6858000 h 6858000"/>
              <a:gd name="connsiteX4" fmla="*/ 816590 w 6506360"/>
              <a:gd name="connsiteY4" fmla="*/ 939979 h 6858000"/>
              <a:gd name="connsiteX5" fmla="*/ 57657 w 6506360"/>
              <a:gd name="connsiteY5" fmla="*/ 88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06360" h="6858000">
                <a:moveTo>
                  <a:pt x="0" y="0"/>
                </a:moveTo>
                <a:lnTo>
                  <a:pt x="6506360" y="0"/>
                </a:lnTo>
                <a:lnTo>
                  <a:pt x="6506360" y="6858000"/>
                </a:lnTo>
                <a:lnTo>
                  <a:pt x="816590" y="6858000"/>
                </a:lnTo>
                <a:lnTo>
                  <a:pt x="816590" y="939979"/>
                </a:lnTo>
                <a:cubicBezTo>
                  <a:pt x="816590" y="480656"/>
                  <a:pt x="490779" y="97429"/>
                  <a:pt x="57657" y="880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7DCA613B-D18E-594C-9579-2E40707B712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0643128" y="6108048"/>
            <a:ext cx="1042557" cy="381653"/>
          </a:xfrm>
          <a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lvl="0"/>
            <a:r>
              <a:rPr lang="en-GB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5913949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558006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CE04A98-CDC1-2043-A233-CAA53ED2E1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643129" y="6108048"/>
            <a:ext cx="1042557" cy="381653"/>
          </a:xfrm>
          <a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lvl="0"/>
            <a:r>
              <a:rPr lang="en-GB"/>
              <a:t> </a:t>
            </a:r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D7270696-0AB9-0445-9B12-E1B6CE40D32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85640" y="0"/>
            <a:ext cx="6506360" cy="6858000"/>
          </a:xfrm>
          <a:custGeom>
            <a:avLst/>
            <a:gdLst>
              <a:gd name="connsiteX0" fmla="*/ 0 w 6506360"/>
              <a:gd name="connsiteY0" fmla="*/ 0 h 6858000"/>
              <a:gd name="connsiteX1" fmla="*/ 6506360 w 6506360"/>
              <a:gd name="connsiteY1" fmla="*/ 0 h 6858000"/>
              <a:gd name="connsiteX2" fmla="*/ 6506360 w 6506360"/>
              <a:gd name="connsiteY2" fmla="*/ 6858000 h 6858000"/>
              <a:gd name="connsiteX3" fmla="*/ 816590 w 6506360"/>
              <a:gd name="connsiteY3" fmla="*/ 6858000 h 6858000"/>
              <a:gd name="connsiteX4" fmla="*/ 816590 w 6506360"/>
              <a:gd name="connsiteY4" fmla="*/ 939979 h 6858000"/>
              <a:gd name="connsiteX5" fmla="*/ 57657 w 6506360"/>
              <a:gd name="connsiteY5" fmla="*/ 88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06360" h="6858000">
                <a:moveTo>
                  <a:pt x="0" y="0"/>
                </a:moveTo>
                <a:lnTo>
                  <a:pt x="6506360" y="0"/>
                </a:lnTo>
                <a:lnTo>
                  <a:pt x="6506360" y="6858000"/>
                </a:lnTo>
                <a:lnTo>
                  <a:pt x="816590" y="6858000"/>
                </a:lnTo>
                <a:lnTo>
                  <a:pt x="816590" y="939979"/>
                </a:lnTo>
                <a:cubicBezTo>
                  <a:pt x="816590" y="480656"/>
                  <a:pt x="490779" y="97429"/>
                  <a:pt x="57657" y="880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7DCA613B-D18E-594C-9579-2E40707B712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0643128" y="6108048"/>
            <a:ext cx="1042557" cy="381653"/>
          </a:xfrm>
          <a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lvl="0"/>
            <a:r>
              <a:rPr lang="en-GB"/>
              <a:t> </a:t>
            </a:r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E2F4BDEF-FEFC-0BDD-3EB4-7710855ED6AB}"/>
              </a:ext>
            </a:extLst>
          </p:cNvPr>
          <p:cNvSpPr>
            <a:spLocks noGrp="1"/>
          </p:cNvSpPr>
          <p:nvPr>
            <p:ph type="body" idx="21"/>
          </p:nvPr>
        </p:nvSpPr>
        <p:spPr>
          <a:xfrm>
            <a:off x="515937" y="1329378"/>
            <a:ext cx="5580062" cy="4637076"/>
          </a:xfrm>
        </p:spPr>
        <p:txBody>
          <a:bodyPr numCol="1" spcCol="180000" anchor="t">
            <a:noAutofit/>
          </a:bodyPr>
          <a:lstStyle>
            <a:lvl1pPr marL="0" indent="0">
              <a:lnSpc>
                <a:spcPct val="100000"/>
              </a:lnSpc>
              <a:spcAft>
                <a:spcPts val="1800"/>
              </a:spcAft>
              <a:buClr>
                <a:schemeClr val="bg2"/>
              </a:buClr>
              <a:buFont typeface="Arial" panose="020B0604020202020204" pitchFamily="34" charset="0"/>
              <a:buNone/>
              <a:defRPr sz="2800" b="1">
                <a:solidFill>
                  <a:schemeClr val="accent4"/>
                </a:solidFill>
              </a:defRPr>
            </a:lvl1pPr>
            <a:lvl2pPr marL="457200" indent="0">
              <a:buNone/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7D9C6B7-7323-827F-E01F-2EFDCE7214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5574281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2312873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s + Images x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68748900-934F-4C43-A8B9-2FDF876E6D0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15938" y="4360961"/>
            <a:ext cx="5234437" cy="1538516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8195AC2-DF35-BD4A-8180-20C21BDD0E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5938" y="3915591"/>
            <a:ext cx="5234437" cy="281103"/>
          </a:xfrm>
        </p:spPr>
        <p:txBody>
          <a:bodyPr wrap="square">
            <a:sp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0" name="Text Placeholder 6">
            <a:extLst>
              <a:ext uri="{FF2B5EF4-FFF2-40B4-BE49-F238E27FC236}">
                <a16:creationId xmlns:a16="http://schemas.microsoft.com/office/drawing/2014/main" id="{A5AC520F-8595-0F44-99A9-F0873ACA435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441625" y="4360961"/>
            <a:ext cx="5234437" cy="1538516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A0590A44-9090-C049-9F9D-0AEBD2992A8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41625" y="3915591"/>
            <a:ext cx="5234437" cy="281103"/>
          </a:xfrm>
        </p:spPr>
        <p:txBody>
          <a:bodyPr wrap="square">
            <a:sp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7" name="Picture Placeholder 2">
            <a:extLst>
              <a:ext uri="{FF2B5EF4-FFF2-40B4-BE49-F238E27FC236}">
                <a16:creationId xmlns:a16="http://schemas.microsoft.com/office/drawing/2014/main" id="{4EF54ED7-3E2F-C8F7-553C-1DB155F7DBD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15938" y="1304924"/>
            <a:ext cx="5234438" cy="2400167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BCF59FD3-6B56-67EF-C1E8-78C92005D9AE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441625" y="1304924"/>
            <a:ext cx="5234438" cy="2400167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99001860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s + Images x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68748900-934F-4C43-A8B9-2FDF876E6D0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15939" y="3726649"/>
            <a:ext cx="3287436" cy="2121010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8195AC2-DF35-BD4A-8180-20C21BDD0E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5939" y="3281279"/>
            <a:ext cx="3287436" cy="281103"/>
          </a:xfrm>
        </p:spPr>
        <p:txBody>
          <a:bodyPr>
            <a:sp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0" name="Text Placeholder 6">
            <a:extLst>
              <a:ext uri="{FF2B5EF4-FFF2-40B4-BE49-F238E27FC236}">
                <a16:creationId xmlns:a16="http://schemas.microsoft.com/office/drawing/2014/main" id="{A5AC520F-8595-0F44-99A9-F0873ACA435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452282" y="3726649"/>
            <a:ext cx="3287436" cy="2121010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A0590A44-9090-C049-9F9D-0AEBD2992A8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452282" y="3281279"/>
            <a:ext cx="3287436" cy="281103"/>
          </a:xfrm>
        </p:spPr>
        <p:txBody>
          <a:bodyPr>
            <a:sp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3" name="Text Placeholder 6">
            <a:extLst>
              <a:ext uri="{FF2B5EF4-FFF2-40B4-BE49-F238E27FC236}">
                <a16:creationId xmlns:a16="http://schemas.microsoft.com/office/drawing/2014/main" id="{AD30B9DC-1666-7446-9DFD-F674A273B468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8382846" y="3733177"/>
            <a:ext cx="3287436" cy="2121010"/>
          </a:xfrm>
        </p:spPr>
        <p:txBody>
          <a:bodyPr>
            <a:normAutofit/>
          </a:bodyPr>
          <a:lstStyle>
            <a:lvl1pPr marL="177800" indent="-177800">
              <a:buFont typeface="Arial" panose="020B0604020202020204" pitchFamily="34" charset="0"/>
              <a:buChar char="•"/>
              <a:tabLst/>
              <a:defRPr sz="14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4" name="Text Placeholder 6">
            <a:extLst>
              <a:ext uri="{FF2B5EF4-FFF2-40B4-BE49-F238E27FC236}">
                <a16:creationId xmlns:a16="http://schemas.microsoft.com/office/drawing/2014/main" id="{C7816D18-C579-DE44-B3B4-5D38198139F6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382846" y="3287807"/>
            <a:ext cx="3287436" cy="281103"/>
          </a:xfrm>
        </p:spPr>
        <p:txBody>
          <a:bodyPr>
            <a:sp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7" name="Picture Placeholder 2">
            <a:extLst>
              <a:ext uri="{FF2B5EF4-FFF2-40B4-BE49-F238E27FC236}">
                <a16:creationId xmlns:a16="http://schemas.microsoft.com/office/drawing/2014/main" id="{4EF54ED7-3E2F-C8F7-553C-1DB155F7DBD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515938" y="1304925"/>
            <a:ext cx="3287437" cy="1826421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BCF59FD3-6B56-67EF-C1E8-78C92005D9AE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452281" y="1304925"/>
            <a:ext cx="3287437" cy="1826421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AA59D731-0D13-EB6C-7B10-1B59D3D8C5A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8388626" y="1304925"/>
            <a:ext cx="3287437" cy="1826421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94609382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s x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8195AC2-DF35-BD4A-8180-20C21BDD0E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5939" y="4050217"/>
            <a:ext cx="3287436" cy="1188251"/>
          </a:xfrm>
        </p:spPr>
        <p:txBody>
          <a:bodyPr>
            <a:no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A0590A44-9090-C049-9F9D-0AEBD2992A8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452282" y="4050217"/>
            <a:ext cx="3287436" cy="1188251"/>
          </a:xfrm>
        </p:spPr>
        <p:txBody>
          <a:bodyPr>
            <a:no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4" name="Text Placeholder 6">
            <a:extLst>
              <a:ext uri="{FF2B5EF4-FFF2-40B4-BE49-F238E27FC236}">
                <a16:creationId xmlns:a16="http://schemas.microsoft.com/office/drawing/2014/main" id="{C7816D18-C579-DE44-B3B4-5D38198139F6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382846" y="4056745"/>
            <a:ext cx="3287436" cy="1188251"/>
          </a:xfrm>
        </p:spPr>
        <p:txBody>
          <a:bodyPr>
            <a:noAutofit/>
          </a:bodyPr>
          <a:lstStyle>
            <a:lvl1pPr>
              <a:defRPr sz="18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7" name="Text Placeholder 6">
            <a:extLst>
              <a:ext uri="{FF2B5EF4-FFF2-40B4-BE49-F238E27FC236}">
                <a16:creationId xmlns:a16="http://schemas.microsoft.com/office/drawing/2014/main" id="{B0250E06-295E-B6E6-95C4-089EF7886C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515939" y="2881801"/>
            <a:ext cx="3287436" cy="1115264"/>
          </a:xfrm>
        </p:spPr>
        <p:txBody>
          <a:bodyPr anchor="b">
            <a:normAutofit/>
          </a:bodyPr>
          <a:lstStyle>
            <a:lvl1pPr>
              <a:defRPr sz="6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XXXX</a:t>
            </a:r>
          </a:p>
        </p:txBody>
      </p:sp>
      <p:sp>
        <p:nvSpPr>
          <p:cNvPr id="23" name="Text Placeholder 6">
            <a:extLst>
              <a:ext uri="{FF2B5EF4-FFF2-40B4-BE49-F238E27FC236}">
                <a16:creationId xmlns:a16="http://schemas.microsoft.com/office/drawing/2014/main" id="{41638B5E-8DB0-EAFF-0CF3-8812AF05A9B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449392" y="2881801"/>
            <a:ext cx="3287436" cy="1115264"/>
          </a:xfrm>
        </p:spPr>
        <p:txBody>
          <a:bodyPr anchor="b">
            <a:normAutofit/>
          </a:bodyPr>
          <a:lstStyle>
            <a:lvl1pPr>
              <a:defRPr sz="6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XXXX</a:t>
            </a:r>
          </a:p>
        </p:txBody>
      </p:sp>
      <p:sp>
        <p:nvSpPr>
          <p:cNvPr id="24" name="Text Placeholder 6">
            <a:extLst>
              <a:ext uri="{FF2B5EF4-FFF2-40B4-BE49-F238E27FC236}">
                <a16:creationId xmlns:a16="http://schemas.microsoft.com/office/drawing/2014/main" id="{248EBF9A-10A9-92FA-05B2-3A952388340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382846" y="2881801"/>
            <a:ext cx="3287436" cy="1115264"/>
          </a:xfrm>
        </p:spPr>
        <p:txBody>
          <a:bodyPr anchor="b">
            <a:normAutofit/>
          </a:bodyPr>
          <a:lstStyle>
            <a:lvl1pPr>
              <a:defRPr sz="6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XXXX</a:t>
            </a:r>
          </a:p>
        </p:txBody>
      </p:sp>
      <p:sp>
        <p:nvSpPr>
          <p:cNvPr id="20" name="Text Placeholder 8">
            <a:extLst>
              <a:ext uri="{FF2B5EF4-FFF2-40B4-BE49-F238E27FC236}">
                <a16:creationId xmlns:a16="http://schemas.microsoft.com/office/drawing/2014/main" id="{D2E71522-4C4D-EAC4-2A71-F45B1F18D569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5"/>
            <a:ext cx="11144930" cy="1369692"/>
          </a:xfrm>
        </p:spPr>
        <p:txBody>
          <a:bodyPr numCol="1" spcCol="180000">
            <a:normAutofit/>
          </a:bodyPr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0720795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s x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62" name="Title Placeholder 1">
            <a:extLst>
              <a:ext uri="{FF2B5EF4-FFF2-40B4-BE49-F238E27FC236}">
                <a16:creationId xmlns:a16="http://schemas.microsoft.com/office/drawing/2014/main" id="{14F0825D-90B8-6120-7F14-9DC0960BC9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63" name="Text Placeholder 6">
            <a:extLst>
              <a:ext uri="{FF2B5EF4-FFF2-40B4-BE49-F238E27FC236}">
                <a16:creationId xmlns:a16="http://schemas.microsoft.com/office/drawing/2014/main" id="{AF40E274-F0AF-0436-1F33-86E04DCC0DA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515939" y="2931453"/>
            <a:ext cx="2007342" cy="844151"/>
          </a:xfrm>
        </p:spPr>
        <p:txBody>
          <a:bodyPr anchor="b">
            <a:normAutofit/>
          </a:bodyPr>
          <a:lstStyle>
            <a:lvl1pPr>
              <a:defRPr sz="4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XXXXX</a:t>
            </a:r>
          </a:p>
        </p:txBody>
      </p:sp>
      <p:sp>
        <p:nvSpPr>
          <p:cNvPr id="64" name="Text Placeholder 8">
            <a:extLst>
              <a:ext uri="{FF2B5EF4-FFF2-40B4-BE49-F238E27FC236}">
                <a16:creationId xmlns:a16="http://schemas.microsoft.com/office/drawing/2014/main" id="{DB2C3DC3-9DBF-095B-1AEB-4513EE50C647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11144930" cy="1566849"/>
          </a:xfrm>
        </p:spPr>
        <p:txBody>
          <a:bodyPr numCol="1" spcCol="180000">
            <a:normAutofit/>
          </a:bodyPr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5" name="Text Placeholder 6">
            <a:extLst>
              <a:ext uri="{FF2B5EF4-FFF2-40B4-BE49-F238E27FC236}">
                <a16:creationId xmlns:a16="http://schemas.microsoft.com/office/drawing/2014/main" id="{EBBD32EE-C0FF-E8CB-43E3-315A609AEFE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5939" y="4066433"/>
            <a:ext cx="2007342" cy="3877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4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6" name="Text Placeholder 6">
            <a:extLst>
              <a:ext uri="{FF2B5EF4-FFF2-40B4-BE49-F238E27FC236}">
                <a16:creationId xmlns:a16="http://schemas.microsoft.com/office/drawing/2014/main" id="{9E2EB64B-500A-8201-8F3F-287FDE60FB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802689" y="4066433"/>
            <a:ext cx="2007342" cy="3877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4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7" name="Text Placeholder 6">
            <a:extLst>
              <a:ext uri="{FF2B5EF4-FFF2-40B4-BE49-F238E27FC236}">
                <a16:creationId xmlns:a16="http://schemas.microsoft.com/office/drawing/2014/main" id="{709BC01A-3AFB-CE31-0E4A-EE885FE2D5A4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5089439" y="4066433"/>
            <a:ext cx="2007342" cy="3877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4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8" name="Text Placeholder 6">
            <a:extLst>
              <a:ext uri="{FF2B5EF4-FFF2-40B4-BE49-F238E27FC236}">
                <a16:creationId xmlns:a16="http://schemas.microsoft.com/office/drawing/2014/main" id="{CD03EE5B-6B86-7B77-E541-93CE05115235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7376189" y="4066433"/>
            <a:ext cx="2007342" cy="3877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4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9" name="Text Placeholder 6">
            <a:extLst>
              <a:ext uri="{FF2B5EF4-FFF2-40B4-BE49-F238E27FC236}">
                <a16:creationId xmlns:a16="http://schemas.microsoft.com/office/drawing/2014/main" id="{F9CB884D-6999-7DC7-1825-FC60BEC935BD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9662940" y="4066433"/>
            <a:ext cx="2007342" cy="387798"/>
          </a:xfrm>
        </p:spPr>
        <p:txBody>
          <a:bodyPr wrap="square">
            <a:spAutoFit/>
          </a:bodyPr>
          <a:lstStyle>
            <a:lvl1pPr>
              <a:lnSpc>
                <a:spcPct val="90000"/>
              </a:lnSpc>
              <a:defRPr sz="14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70" name="Text Placeholder 6">
            <a:extLst>
              <a:ext uri="{FF2B5EF4-FFF2-40B4-BE49-F238E27FC236}">
                <a16:creationId xmlns:a16="http://schemas.microsoft.com/office/drawing/2014/main" id="{F03D69DA-4061-E20B-1262-8A9F09B92D26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790107" y="2931453"/>
            <a:ext cx="2007342" cy="844151"/>
          </a:xfrm>
        </p:spPr>
        <p:txBody>
          <a:bodyPr anchor="b">
            <a:normAutofit/>
          </a:bodyPr>
          <a:lstStyle>
            <a:lvl1pPr>
              <a:defRPr sz="4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XXXXX</a:t>
            </a:r>
          </a:p>
        </p:txBody>
      </p:sp>
      <p:sp>
        <p:nvSpPr>
          <p:cNvPr id="71" name="Text Placeholder 6">
            <a:extLst>
              <a:ext uri="{FF2B5EF4-FFF2-40B4-BE49-F238E27FC236}">
                <a16:creationId xmlns:a16="http://schemas.microsoft.com/office/drawing/2014/main" id="{4DA3F266-6EB8-18CF-146E-FCE0EE2BCCE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064275" y="2931453"/>
            <a:ext cx="2007342" cy="844151"/>
          </a:xfrm>
        </p:spPr>
        <p:txBody>
          <a:bodyPr anchor="b">
            <a:normAutofit/>
          </a:bodyPr>
          <a:lstStyle>
            <a:lvl1pPr>
              <a:defRPr sz="4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XXXXX</a:t>
            </a:r>
          </a:p>
        </p:txBody>
      </p:sp>
      <p:sp>
        <p:nvSpPr>
          <p:cNvPr id="72" name="Text Placeholder 6">
            <a:extLst>
              <a:ext uri="{FF2B5EF4-FFF2-40B4-BE49-F238E27FC236}">
                <a16:creationId xmlns:a16="http://schemas.microsoft.com/office/drawing/2014/main" id="{ABAC94EC-4D3A-CEAC-3763-AE5EBA84295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376189" y="2931453"/>
            <a:ext cx="2007342" cy="844151"/>
          </a:xfrm>
        </p:spPr>
        <p:txBody>
          <a:bodyPr anchor="b">
            <a:normAutofit/>
          </a:bodyPr>
          <a:lstStyle>
            <a:lvl1pPr>
              <a:defRPr sz="4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XXXXX</a:t>
            </a:r>
          </a:p>
        </p:txBody>
      </p:sp>
      <p:sp>
        <p:nvSpPr>
          <p:cNvPr id="73" name="Text Placeholder 6">
            <a:extLst>
              <a:ext uri="{FF2B5EF4-FFF2-40B4-BE49-F238E27FC236}">
                <a16:creationId xmlns:a16="http://schemas.microsoft.com/office/drawing/2014/main" id="{CB8F9A8E-E04A-1CA2-A320-7A4AE6F70DD9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662940" y="2931453"/>
            <a:ext cx="2007342" cy="844151"/>
          </a:xfrm>
        </p:spPr>
        <p:txBody>
          <a:bodyPr anchor="b">
            <a:normAutofit/>
          </a:bodyPr>
          <a:lstStyle>
            <a:lvl1pPr>
              <a:defRPr sz="4600" b="1"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XXXXX</a:t>
            </a:r>
          </a:p>
        </p:txBody>
      </p:sp>
    </p:spTree>
    <p:extLst>
      <p:ext uri="{BB962C8B-B14F-4D97-AF65-F5344CB8AC3E}">
        <p14:creationId xmlns:p14="http://schemas.microsoft.com/office/powerpoint/2010/main" val="267128982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/Milestones x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32" name="Text Placeholder 6">
            <a:extLst>
              <a:ext uri="{FF2B5EF4-FFF2-40B4-BE49-F238E27FC236}">
                <a16:creationId xmlns:a16="http://schemas.microsoft.com/office/drawing/2014/main" id="{057C032F-3530-74E5-5E33-EF5F1D6976F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graphicFrame>
        <p:nvGraphicFramePr>
          <p:cNvPr id="48" name="Table 47">
            <a:extLst>
              <a:ext uri="{FF2B5EF4-FFF2-40B4-BE49-F238E27FC236}">
                <a16:creationId xmlns:a16="http://schemas.microsoft.com/office/drawing/2014/main" id="{B7F29198-E920-459C-2862-C2C7FB6FEB6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545069581"/>
              </p:ext>
            </p:extLst>
          </p:nvPr>
        </p:nvGraphicFramePr>
        <p:xfrm>
          <a:off x="606585" y="2278196"/>
          <a:ext cx="11007608" cy="3618726"/>
        </p:xfrm>
        <a:graphic>
          <a:graphicData uri="http://schemas.openxmlformats.org/drawingml/2006/table">
            <a:tbl>
              <a:tblPr bandCol="1">
                <a:tableStyleId>{2D5ABB26-0587-4C30-8999-92F81FD0307C}</a:tableStyleId>
              </a:tblPr>
              <a:tblGrid>
                <a:gridCol w="2751902">
                  <a:extLst>
                    <a:ext uri="{9D8B030D-6E8A-4147-A177-3AD203B41FA5}">
                      <a16:colId xmlns:a16="http://schemas.microsoft.com/office/drawing/2014/main" val="4151945498"/>
                    </a:ext>
                  </a:extLst>
                </a:gridCol>
                <a:gridCol w="2751902">
                  <a:extLst>
                    <a:ext uri="{9D8B030D-6E8A-4147-A177-3AD203B41FA5}">
                      <a16:colId xmlns:a16="http://schemas.microsoft.com/office/drawing/2014/main" val="1382627474"/>
                    </a:ext>
                  </a:extLst>
                </a:gridCol>
                <a:gridCol w="2751902">
                  <a:extLst>
                    <a:ext uri="{9D8B030D-6E8A-4147-A177-3AD203B41FA5}">
                      <a16:colId xmlns:a16="http://schemas.microsoft.com/office/drawing/2014/main" val="2312284562"/>
                    </a:ext>
                  </a:extLst>
                </a:gridCol>
                <a:gridCol w="2751902">
                  <a:extLst>
                    <a:ext uri="{9D8B030D-6E8A-4147-A177-3AD203B41FA5}">
                      <a16:colId xmlns:a16="http://schemas.microsoft.com/office/drawing/2014/main" val="380964293"/>
                    </a:ext>
                  </a:extLst>
                </a:gridCol>
              </a:tblGrid>
              <a:tr h="3618726"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904028"/>
                  </a:ext>
                </a:extLst>
              </a:tr>
            </a:tbl>
          </a:graphicData>
        </a:graphic>
      </p:graphicFrame>
      <p:sp>
        <p:nvSpPr>
          <p:cNvPr id="49" name="object 14">
            <a:extLst>
              <a:ext uri="{FF2B5EF4-FFF2-40B4-BE49-F238E27FC236}">
                <a16:creationId xmlns:a16="http://schemas.microsoft.com/office/drawing/2014/main" id="{A52E1F34-96C7-3C86-48A7-FAB9C405C20B}"/>
              </a:ext>
            </a:extLst>
          </p:cNvPr>
          <p:cNvSpPr/>
          <p:nvPr userDrawn="1"/>
        </p:nvSpPr>
        <p:spPr>
          <a:xfrm>
            <a:off x="577805" y="2278195"/>
            <a:ext cx="11036388" cy="45719"/>
          </a:xfrm>
          <a:custGeom>
            <a:avLst/>
            <a:gdLst/>
            <a:ahLst/>
            <a:cxnLst/>
            <a:rect l="l" t="t" r="r" b="b"/>
            <a:pathLst>
              <a:path w="18209260">
                <a:moveTo>
                  <a:pt x="0" y="0"/>
                </a:moveTo>
                <a:lnTo>
                  <a:pt x="18208869" y="0"/>
                </a:lnTo>
              </a:path>
            </a:pathLst>
          </a:custGeom>
          <a:ln w="9525">
            <a:solidFill>
              <a:schemeClr val="bg2"/>
            </a:solidFill>
          </a:ln>
        </p:spPr>
        <p:txBody>
          <a:bodyPr wrap="square" lIns="0" tIns="0" rIns="0" bIns="0" rtlCol="0"/>
          <a:lstStyle/>
          <a:p>
            <a:endParaRPr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72DC89E-D242-DAA1-0108-585F64C330D1}"/>
              </a:ext>
            </a:extLst>
          </p:cNvPr>
          <p:cNvSpPr>
            <a:spLocks noChangeAspect="1"/>
          </p:cNvSpPr>
          <p:nvPr userDrawn="1"/>
        </p:nvSpPr>
        <p:spPr>
          <a:xfrm>
            <a:off x="681017" y="222114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47D58FC1-83B9-3BAD-C3EF-06E8D5DE120F}"/>
              </a:ext>
            </a:extLst>
          </p:cNvPr>
          <p:cNvSpPr>
            <a:spLocks noChangeAspect="1"/>
          </p:cNvSpPr>
          <p:nvPr userDrawn="1"/>
        </p:nvSpPr>
        <p:spPr>
          <a:xfrm>
            <a:off x="3460438" y="222114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9D582DFC-3D0D-D5F8-AA6B-5676C8C4B3BF}"/>
              </a:ext>
            </a:extLst>
          </p:cNvPr>
          <p:cNvSpPr>
            <a:spLocks noChangeAspect="1"/>
          </p:cNvSpPr>
          <p:nvPr userDrawn="1"/>
        </p:nvSpPr>
        <p:spPr>
          <a:xfrm>
            <a:off x="6227970" y="222114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DF486150-9219-560A-8B4F-FB551F786E68}"/>
              </a:ext>
            </a:extLst>
          </p:cNvPr>
          <p:cNvSpPr>
            <a:spLocks noChangeAspect="1"/>
          </p:cNvSpPr>
          <p:nvPr userDrawn="1"/>
        </p:nvSpPr>
        <p:spPr>
          <a:xfrm>
            <a:off x="8985924" y="222114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4" name="Text Placeholder 71">
            <a:extLst>
              <a:ext uri="{FF2B5EF4-FFF2-40B4-BE49-F238E27FC236}">
                <a16:creationId xmlns:a16="http://schemas.microsoft.com/office/drawing/2014/main" id="{3D1F2F57-2A88-FA57-51B5-9FCB557F9FA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77177" y="1818875"/>
            <a:ext cx="2767426" cy="300442"/>
          </a:xfrm>
        </p:spPr>
        <p:txBody>
          <a:bodyPr lIns="108000" rIns="288000" anchor="b" anchorCtr="0">
            <a:noAutofit/>
          </a:bodyPr>
          <a:lstStyle>
            <a:lvl1pPr>
              <a:defRPr sz="2000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55" name="Text Placeholder 71">
            <a:extLst>
              <a:ext uri="{FF2B5EF4-FFF2-40B4-BE49-F238E27FC236}">
                <a16:creationId xmlns:a16="http://schemas.microsoft.com/office/drawing/2014/main" id="{799F0539-8B24-4E4B-EF4C-121B551D8BA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4603" y="1818875"/>
            <a:ext cx="2746295" cy="300442"/>
          </a:xfrm>
        </p:spPr>
        <p:txBody>
          <a:bodyPr lIns="108000" rIns="288000" anchor="b" anchorCtr="0">
            <a:noAutofit/>
          </a:bodyPr>
          <a:lstStyle>
            <a:lvl1pPr>
              <a:defRPr sz="2000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56" name="Text Placeholder 71">
            <a:extLst>
              <a:ext uri="{FF2B5EF4-FFF2-40B4-BE49-F238E27FC236}">
                <a16:creationId xmlns:a16="http://schemas.microsoft.com/office/drawing/2014/main" id="{9DFB2CE5-A177-E72D-3CD4-2646E4DCE50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00141" y="1818875"/>
            <a:ext cx="2745959" cy="300442"/>
          </a:xfrm>
        </p:spPr>
        <p:txBody>
          <a:bodyPr lIns="108000" rIns="288000" anchor="b" anchorCtr="0">
            <a:noAutofit/>
          </a:bodyPr>
          <a:lstStyle>
            <a:lvl1pPr>
              <a:defRPr sz="2000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57" name="Text Placeholder 71">
            <a:extLst>
              <a:ext uri="{FF2B5EF4-FFF2-40B4-BE49-F238E27FC236}">
                <a16:creationId xmlns:a16="http://schemas.microsoft.com/office/drawing/2014/main" id="{7A262EC1-F639-E81C-3343-3DA348DA926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846100" y="1818875"/>
            <a:ext cx="2773719" cy="300442"/>
          </a:xfrm>
        </p:spPr>
        <p:txBody>
          <a:bodyPr lIns="108000" rIns="288000" anchor="b" anchorCtr="0">
            <a:noAutofit/>
          </a:bodyPr>
          <a:lstStyle>
            <a:lvl1pPr>
              <a:defRPr sz="2000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58" name="Text Placeholder 4">
            <a:extLst>
              <a:ext uri="{FF2B5EF4-FFF2-40B4-BE49-F238E27FC236}">
                <a16:creationId xmlns:a16="http://schemas.microsoft.com/office/drawing/2014/main" id="{0FE60C61-D20F-0DE2-38DC-62D2FAD38472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06471" y="2580600"/>
            <a:ext cx="2737785" cy="3288893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9" name="Text Placeholder 4">
            <a:extLst>
              <a:ext uri="{FF2B5EF4-FFF2-40B4-BE49-F238E27FC236}">
                <a16:creationId xmlns:a16="http://schemas.microsoft.com/office/drawing/2014/main" id="{7F661011-0524-7D80-F0B1-7EB66B450ADE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3361059" y="2580600"/>
            <a:ext cx="2737785" cy="3288893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0" name="Text Placeholder 4">
            <a:extLst>
              <a:ext uri="{FF2B5EF4-FFF2-40B4-BE49-F238E27FC236}">
                <a16:creationId xmlns:a16="http://schemas.microsoft.com/office/drawing/2014/main" id="{5F501377-4DE1-C96B-B5CB-4675C424B7F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6100140" y="2580600"/>
            <a:ext cx="2737785" cy="3288893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1" name="Text Placeholder 4">
            <a:extLst>
              <a:ext uri="{FF2B5EF4-FFF2-40B4-BE49-F238E27FC236}">
                <a16:creationId xmlns:a16="http://schemas.microsoft.com/office/drawing/2014/main" id="{71120A03-3A4D-1301-C17A-86C4C1605881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8848429" y="2580600"/>
            <a:ext cx="2737785" cy="3288893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7321941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/Milestones x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32" name="Text Placeholder 6">
            <a:extLst>
              <a:ext uri="{FF2B5EF4-FFF2-40B4-BE49-F238E27FC236}">
                <a16:creationId xmlns:a16="http://schemas.microsoft.com/office/drawing/2014/main" id="{057C032F-3530-74E5-5E33-EF5F1D6976F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graphicFrame>
        <p:nvGraphicFramePr>
          <p:cNvPr id="48" name="Table 47">
            <a:extLst>
              <a:ext uri="{FF2B5EF4-FFF2-40B4-BE49-F238E27FC236}">
                <a16:creationId xmlns:a16="http://schemas.microsoft.com/office/drawing/2014/main" id="{B7F29198-E920-459C-2862-C2C7FB6FEB6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495489908"/>
              </p:ext>
            </p:extLst>
          </p:nvPr>
        </p:nvGraphicFramePr>
        <p:xfrm>
          <a:off x="606585" y="2265316"/>
          <a:ext cx="11007610" cy="3618719"/>
        </p:xfrm>
        <a:graphic>
          <a:graphicData uri="http://schemas.openxmlformats.org/drawingml/2006/table">
            <a:tbl>
              <a:tblPr bandCol="1">
                <a:tableStyleId>{2D5ABB26-0587-4C30-8999-92F81FD0307C}</a:tableStyleId>
              </a:tblPr>
              <a:tblGrid>
                <a:gridCol w="2201522">
                  <a:extLst>
                    <a:ext uri="{9D8B030D-6E8A-4147-A177-3AD203B41FA5}">
                      <a16:colId xmlns:a16="http://schemas.microsoft.com/office/drawing/2014/main" val="4151945498"/>
                    </a:ext>
                  </a:extLst>
                </a:gridCol>
                <a:gridCol w="2201522">
                  <a:extLst>
                    <a:ext uri="{9D8B030D-6E8A-4147-A177-3AD203B41FA5}">
                      <a16:colId xmlns:a16="http://schemas.microsoft.com/office/drawing/2014/main" val="1382627474"/>
                    </a:ext>
                  </a:extLst>
                </a:gridCol>
                <a:gridCol w="2201522">
                  <a:extLst>
                    <a:ext uri="{9D8B030D-6E8A-4147-A177-3AD203B41FA5}">
                      <a16:colId xmlns:a16="http://schemas.microsoft.com/office/drawing/2014/main" val="2312284562"/>
                    </a:ext>
                  </a:extLst>
                </a:gridCol>
                <a:gridCol w="2201522">
                  <a:extLst>
                    <a:ext uri="{9D8B030D-6E8A-4147-A177-3AD203B41FA5}">
                      <a16:colId xmlns:a16="http://schemas.microsoft.com/office/drawing/2014/main" val="380964293"/>
                    </a:ext>
                  </a:extLst>
                </a:gridCol>
                <a:gridCol w="2201522">
                  <a:extLst>
                    <a:ext uri="{9D8B030D-6E8A-4147-A177-3AD203B41FA5}">
                      <a16:colId xmlns:a16="http://schemas.microsoft.com/office/drawing/2014/main" val="2456329606"/>
                    </a:ext>
                  </a:extLst>
                </a:gridCol>
              </a:tblGrid>
              <a:tr h="3618719"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9904028"/>
                  </a:ext>
                </a:extLst>
              </a:tr>
            </a:tbl>
          </a:graphicData>
        </a:graphic>
      </p:graphicFrame>
      <p:sp>
        <p:nvSpPr>
          <p:cNvPr id="49" name="object 14">
            <a:extLst>
              <a:ext uri="{FF2B5EF4-FFF2-40B4-BE49-F238E27FC236}">
                <a16:creationId xmlns:a16="http://schemas.microsoft.com/office/drawing/2014/main" id="{A52E1F34-96C7-3C86-48A7-FAB9C405C20B}"/>
              </a:ext>
            </a:extLst>
          </p:cNvPr>
          <p:cNvSpPr/>
          <p:nvPr userDrawn="1"/>
        </p:nvSpPr>
        <p:spPr>
          <a:xfrm>
            <a:off x="577805" y="2265316"/>
            <a:ext cx="11042014" cy="0"/>
          </a:xfrm>
          <a:custGeom>
            <a:avLst/>
            <a:gdLst/>
            <a:ahLst/>
            <a:cxnLst/>
            <a:rect l="l" t="t" r="r" b="b"/>
            <a:pathLst>
              <a:path w="18209260">
                <a:moveTo>
                  <a:pt x="0" y="0"/>
                </a:moveTo>
                <a:lnTo>
                  <a:pt x="18208869" y="0"/>
                </a:lnTo>
              </a:path>
            </a:pathLst>
          </a:custGeom>
          <a:ln w="9525">
            <a:solidFill>
              <a:schemeClr val="bg2"/>
            </a:solidFill>
          </a:ln>
        </p:spPr>
        <p:txBody>
          <a:bodyPr wrap="square" lIns="0" tIns="0" rIns="0" bIns="0" rtlCol="0"/>
          <a:lstStyle/>
          <a:p>
            <a:endParaRPr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72DC89E-D242-DAA1-0108-585F64C330D1}"/>
              </a:ext>
            </a:extLst>
          </p:cNvPr>
          <p:cNvSpPr>
            <a:spLocks noChangeAspect="1"/>
          </p:cNvSpPr>
          <p:nvPr userDrawn="1"/>
        </p:nvSpPr>
        <p:spPr>
          <a:xfrm>
            <a:off x="681017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47D58FC1-83B9-3BAD-C3EF-06E8D5DE120F}"/>
              </a:ext>
            </a:extLst>
          </p:cNvPr>
          <p:cNvSpPr>
            <a:spLocks noChangeAspect="1"/>
          </p:cNvSpPr>
          <p:nvPr userDrawn="1"/>
        </p:nvSpPr>
        <p:spPr>
          <a:xfrm>
            <a:off x="2892295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4" name="Text Placeholder 71">
            <a:extLst>
              <a:ext uri="{FF2B5EF4-FFF2-40B4-BE49-F238E27FC236}">
                <a16:creationId xmlns:a16="http://schemas.microsoft.com/office/drawing/2014/main" id="{3D1F2F57-2A88-FA57-51B5-9FCB557F9FA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77177" y="1805995"/>
            <a:ext cx="2217229" cy="300442"/>
          </a:xfrm>
        </p:spPr>
        <p:txBody>
          <a:bodyPr lIns="108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55" name="Text Placeholder 71">
            <a:extLst>
              <a:ext uri="{FF2B5EF4-FFF2-40B4-BE49-F238E27FC236}">
                <a16:creationId xmlns:a16="http://schemas.microsoft.com/office/drawing/2014/main" id="{799F0539-8B24-4E4B-EF4C-121B551D8BA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789882" y="1805995"/>
            <a:ext cx="2200300" cy="300442"/>
          </a:xfrm>
        </p:spPr>
        <p:txBody>
          <a:bodyPr lIns="108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58" name="Text Placeholder 4">
            <a:extLst>
              <a:ext uri="{FF2B5EF4-FFF2-40B4-BE49-F238E27FC236}">
                <a16:creationId xmlns:a16="http://schemas.microsoft.com/office/drawing/2014/main" id="{0FE60C61-D20F-0DE2-38DC-62D2FAD38472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06471" y="2567720"/>
            <a:ext cx="2193481" cy="3288887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9" name="Text Placeholder 4">
            <a:extLst>
              <a:ext uri="{FF2B5EF4-FFF2-40B4-BE49-F238E27FC236}">
                <a16:creationId xmlns:a16="http://schemas.microsoft.com/office/drawing/2014/main" id="{7F661011-0524-7D80-F0B1-7EB66B450ADE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2806338" y="2567720"/>
            <a:ext cx="2193482" cy="3288887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52428D8F-1413-2F6F-66F0-EA64E72C6F19}"/>
              </a:ext>
            </a:extLst>
          </p:cNvPr>
          <p:cNvSpPr>
            <a:spLocks noChangeAspect="1"/>
          </p:cNvSpPr>
          <p:nvPr userDrawn="1"/>
        </p:nvSpPr>
        <p:spPr>
          <a:xfrm>
            <a:off x="5108619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71">
            <a:extLst>
              <a:ext uri="{FF2B5EF4-FFF2-40B4-BE49-F238E27FC236}">
                <a16:creationId xmlns:a16="http://schemas.microsoft.com/office/drawing/2014/main" id="{ED2B6425-619B-AFAF-1CF5-12D51DA09538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006206" y="1805995"/>
            <a:ext cx="2200300" cy="300442"/>
          </a:xfrm>
        </p:spPr>
        <p:txBody>
          <a:bodyPr lIns="108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42048595-A0EA-7BB4-A2D8-622DB0779CAC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5022662" y="2567720"/>
            <a:ext cx="2193482" cy="3288887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E31A4FAF-CCB7-1F56-BEE2-622CF1A54FAB}"/>
              </a:ext>
            </a:extLst>
          </p:cNvPr>
          <p:cNvSpPr>
            <a:spLocks noChangeAspect="1"/>
          </p:cNvSpPr>
          <p:nvPr userDrawn="1"/>
        </p:nvSpPr>
        <p:spPr>
          <a:xfrm>
            <a:off x="7304231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71">
            <a:extLst>
              <a:ext uri="{FF2B5EF4-FFF2-40B4-BE49-F238E27FC236}">
                <a16:creationId xmlns:a16="http://schemas.microsoft.com/office/drawing/2014/main" id="{AD33553F-FF2E-A084-58B1-CABD32043C6D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7201818" y="1805995"/>
            <a:ext cx="2200300" cy="300442"/>
          </a:xfrm>
        </p:spPr>
        <p:txBody>
          <a:bodyPr lIns="108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E55650A2-C067-405B-1B74-AC970B406C5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218274" y="2567720"/>
            <a:ext cx="2193482" cy="3288887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65D2802-7493-9694-05E4-80CC2EF9B231}"/>
              </a:ext>
            </a:extLst>
          </p:cNvPr>
          <p:cNvSpPr>
            <a:spLocks noChangeAspect="1"/>
          </p:cNvSpPr>
          <p:nvPr userDrawn="1"/>
        </p:nvSpPr>
        <p:spPr>
          <a:xfrm>
            <a:off x="9512554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Text Placeholder 71">
            <a:extLst>
              <a:ext uri="{FF2B5EF4-FFF2-40B4-BE49-F238E27FC236}">
                <a16:creationId xmlns:a16="http://schemas.microsoft.com/office/drawing/2014/main" id="{71110D7A-CD1D-2C97-57A0-9A17C8D3134A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410141" y="1805995"/>
            <a:ext cx="2200300" cy="300442"/>
          </a:xfrm>
        </p:spPr>
        <p:txBody>
          <a:bodyPr lIns="108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31" name="Text Placeholder 4">
            <a:extLst>
              <a:ext uri="{FF2B5EF4-FFF2-40B4-BE49-F238E27FC236}">
                <a16:creationId xmlns:a16="http://schemas.microsoft.com/office/drawing/2014/main" id="{4E1F3181-D3F3-3AA6-E3A7-A60D86BCE4F3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>
            <a:off x="9426597" y="2567720"/>
            <a:ext cx="2193482" cy="3288887"/>
          </a:xfrm>
        </p:spPr>
        <p:txBody>
          <a:bodyPr lIns="180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7961624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/Milestones x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32" name="Text Placeholder 6">
            <a:extLst>
              <a:ext uri="{FF2B5EF4-FFF2-40B4-BE49-F238E27FC236}">
                <a16:creationId xmlns:a16="http://schemas.microsoft.com/office/drawing/2014/main" id="{057C032F-3530-74E5-5E33-EF5F1D6976F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graphicFrame>
        <p:nvGraphicFramePr>
          <p:cNvPr id="48" name="Table 47">
            <a:extLst>
              <a:ext uri="{FF2B5EF4-FFF2-40B4-BE49-F238E27FC236}">
                <a16:creationId xmlns:a16="http://schemas.microsoft.com/office/drawing/2014/main" id="{B7F29198-E920-459C-2862-C2C7FB6FEB6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220648469"/>
              </p:ext>
            </p:extLst>
          </p:nvPr>
        </p:nvGraphicFramePr>
        <p:xfrm>
          <a:off x="577178" y="2265316"/>
          <a:ext cx="11007612" cy="3618719"/>
        </p:xfrm>
        <a:graphic>
          <a:graphicData uri="http://schemas.openxmlformats.org/drawingml/2006/table">
            <a:tbl>
              <a:tblPr bandCol="1">
                <a:tableStyleId>{2D5ABB26-0587-4C30-8999-92F81FD0307C}</a:tableStyleId>
              </a:tblPr>
              <a:tblGrid>
                <a:gridCol w="1834602">
                  <a:extLst>
                    <a:ext uri="{9D8B030D-6E8A-4147-A177-3AD203B41FA5}">
                      <a16:colId xmlns:a16="http://schemas.microsoft.com/office/drawing/2014/main" val="4151945498"/>
                    </a:ext>
                  </a:extLst>
                </a:gridCol>
                <a:gridCol w="1834602">
                  <a:extLst>
                    <a:ext uri="{9D8B030D-6E8A-4147-A177-3AD203B41FA5}">
                      <a16:colId xmlns:a16="http://schemas.microsoft.com/office/drawing/2014/main" val="1382627474"/>
                    </a:ext>
                  </a:extLst>
                </a:gridCol>
                <a:gridCol w="1834602">
                  <a:extLst>
                    <a:ext uri="{9D8B030D-6E8A-4147-A177-3AD203B41FA5}">
                      <a16:colId xmlns:a16="http://schemas.microsoft.com/office/drawing/2014/main" val="2312284562"/>
                    </a:ext>
                  </a:extLst>
                </a:gridCol>
                <a:gridCol w="1834602">
                  <a:extLst>
                    <a:ext uri="{9D8B030D-6E8A-4147-A177-3AD203B41FA5}">
                      <a16:colId xmlns:a16="http://schemas.microsoft.com/office/drawing/2014/main" val="380964293"/>
                    </a:ext>
                  </a:extLst>
                </a:gridCol>
                <a:gridCol w="1834602">
                  <a:extLst>
                    <a:ext uri="{9D8B030D-6E8A-4147-A177-3AD203B41FA5}">
                      <a16:colId xmlns:a16="http://schemas.microsoft.com/office/drawing/2014/main" val="2456329606"/>
                    </a:ext>
                  </a:extLst>
                </a:gridCol>
                <a:gridCol w="1834602">
                  <a:extLst>
                    <a:ext uri="{9D8B030D-6E8A-4147-A177-3AD203B41FA5}">
                      <a16:colId xmlns:a16="http://schemas.microsoft.com/office/drawing/2014/main" val="2168740535"/>
                    </a:ext>
                  </a:extLst>
                </a:gridCol>
              </a:tblGrid>
              <a:tr h="3618719"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904028"/>
                  </a:ext>
                </a:extLst>
              </a:tr>
            </a:tbl>
          </a:graphicData>
        </a:graphic>
      </p:graphicFrame>
      <p:sp>
        <p:nvSpPr>
          <p:cNvPr id="49" name="object 14">
            <a:extLst>
              <a:ext uri="{FF2B5EF4-FFF2-40B4-BE49-F238E27FC236}">
                <a16:creationId xmlns:a16="http://schemas.microsoft.com/office/drawing/2014/main" id="{A52E1F34-96C7-3C86-48A7-FAB9C405C20B}"/>
              </a:ext>
            </a:extLst>
          </p:cNvPr>
          <p:cNvSpPr/>
          <p:nvPr userDrawn="1"/>
        </p:nvSpPr>
        <p:spPr>
          <a:xfrm>
            <a:off x="577805" y="2265315"/>
            <a:ext cx="11006985" cy="45719"/>
          </a:xfrm>
          <a:custGeom>
            <a:avLst/>
            <a:gdLst/>
            <a:ahLst/>
            <a:cxnLst/>
            <a:rect l="l" t="t" r="r" b="b"/>
            <a:pathLst>
              <a:path w="18209260">
                <a:moveTo>
                  <a:pt x="0" y="0"/>
                </a:moveTo>
                <a:lnTo>
                  <a:pt x="18208869" y="0"/>
                </a:lnTo>
              </a:path>
            </a:pathLst>
          </a:custGeom>
          <a:ln w="9525">
            <a:solidFill>
              <a:schemeClr val="bg2"/>
            </a:solidFill>
          </a:ln>
        </p:spPr>
        <p:txBody>
          <a:bodyPr wrap="square" lIns="0" tIns="0" rIns="0" bIns="0" rtlCol="0"/>
          <a:lstStyle/>
          <a:p>
            <a:endParaRPr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72DC89E-D242-DAA1-0108-585F64C330D1}"/>
              </a:ext>
            </a:extLst>
          </p:cNvPr>
          <p:cNvSpPr>
            <a:spLocks noChangeAspect="1"/>
          </p:cNvSpPr>
          <p:nvPr userDrawn="1"/>
        </p:nvSpPr>
        <p:spPr>
          <a:xfrm>
            <a:off x="681017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4" name="Text Placeholder 71">
            <a:extLst>
              <a:ext uri="{FF2B5EF4-FFF2-40B4-BE49-F238E27FC236}">
                <a16:creationId xmlns:a16="http://schemas.microsoft.com/office/drawing/2014/main" id="{3D1F2F57-2A88-FA57-51B5-9FCB557F9FA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77177" y="1805995"/>
            <a:ext cx="1807577" cy="300442"/>
          </a:xfrm>
        </p:spPr>
        <p:txBody>
          <a:bodyPr lIns="72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58" name="Text Placeholder 4">
            <a:extLst>
              <a:ext uri="{FF2B5EF4-FFF2-40B4-BE49-F238E27FC236}">
                <a16:creationId xmlns:a16="http://schemas.microsoft.com/office/drawing/2014/main" id="{0FE60C61-D20F-0DE2-38DC-62D2FAD38472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577178" y="2567720"/>
            <a:ext cx="1789310" cy="3288887"/>
          </a:xfrm>
        </p:spPr>
        <p:txBody>
          <a:bodyPr lIns="108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178D6D93-FD32-F6AE-2A57-61C348C02B3E}"/>
              </a:ext>
            </a:extLst>
          </p:cNvPr>
          <p:cNvSpPr>
            <a:spLocks noChangeAspect="1"/>
          </p:cNvSpPr>
          <p:nvPr userDrawn="1"/>
        </p:nvSpPr>
        <p:spPr>
          <a:xfrm>
            <a:off x="2515019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3" name="Text Placeholder 71">
            <a:extLst>
              <a:ext uri="{FF2B5EF4-FFF2-40B4-BE49-F238E27FC236}">
                <a16:creationId xmlns:a16="http://schemas.microsoft.com/office/drawing/2014/main" id="{21AE5853-8A99-8A93-1D01-2F7FCE23E3D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11179" y="1805995"/>
            <a:ext cx="1807577" cy="300442"/>
          </a:xfrm>
        </p:spPr>
        <p:txBody>
          <a:bodyPr lIns="72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64" name="Text Placeholder 4">
            <a:extLst>
              <a:ext uri="{FF2B5EF4-FFF2-40B4-BE49-F238E27FC236}">
                <a16:creationId xmlns:a16="http://schemas.microsoft.com/office/drawing/2014/main" id="{1AA430BA-739B-1F40-97FF-53B14467EF8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2411180" y="2567720"/>
            <a:ext cx="1789310" cy="3288887"/>
          </a:xfrm>
        </p:spPr>
        <p:txBody>
          <a:bodyPr lIns="108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DC0E5BE5-8378-48E2-C8D1-F22E49536780}"/>
              </a:ext>
            </a:extLst>
          </p:cNvPr>
          <p:cNvSpPr>
            <a:spLocks noChangeAspect="1"/>
          </p:cNvSpPr>
          <p:nvPr userDrawn="1"/>
        </p:nvSpPr>
        <p:spPr>
          <a:xfrm>
            <a:off x="4364033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6" name="Text Placeholder 71">
            <a:extLst>
              <a:ext uri="{FF2B5EF4-FFF2-40B4-BE49-F238E27FC236}">
                <a16:creationId xmlns:a16="http://schemas.microsoft.com/office/drawing/2014/main" id="{DDCEF4C9-0B45-4A5E-2D03-31D3672575C4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260193" y="1805995"/>
            <a:ext cx="1807577" cy="300442"/>
          </a:xfrm>
        </p:spPr>
        <p:txBody>
          <a:bodyPr lIns="72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67" name="Text Placeholder 4">
            <a:extLst>
              <a:ext uri="{FF2B5EF4-FFF2-40B4-BE49-F238E27FC236}">
                <a16:creationId xmlns:a16="http://schemas.microsoft.com/office/drawing/2014/main" id="{B994265A-DDDF-4B03-8D82-FB42EFBCBCE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4260194" y="2567720"/>
            <a:ext cx="1789310" cy="3288887"/>
          </a:xfrm>
        </p:spPr>
        <p:txBody>
          <a:bodyPr lIns="108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0F31CF81-312F-837D-5714-92C7014354C5}"/>
              </a:ext>
            </a:extLst>
          </p:cNvPr>
          <p:cNvSpPr>
            <a:spLocks noChangeAspect="1"/>
          </p:cNvSpPr>
          <p:nvPr userDrawn="1"/>
        </p:nvSpPr>
        <p:spPr>
          <a:xfrm>
            <a:off x="6199839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9" name="Text Placeholder 71">
            <a:extLst>
              <a:ext uri="{FF2B5EF4-FFF2-40B4-BE49-F238E27FC236}">
                <a16:creationId xmlns:a16="http://schemas.microsoft.com/office/drawing/2014/main" id="{62AEAA69-3020-A0FF-5608-7AFD7A5D298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095999" y="1805995"/>
            <a:ext cx="1807577" cy="300442"/>
          </a:xfrm>
        </p:spPr>
        <p:txBody>
          <a:bodyPr lIns="72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70" name="Text Placeholder 4">
            <a:extLst>
              <a:ext uri="{FF2B5EF4-FFF2-40B4-BE49-F238E27FC236}">
                <a16:creationId xmlns:a16="http://schemas.microsoft.com/office/drawing/2014/main" id="{79626162-0EE9-3BA8-0CDF-67028FE32F18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6096000" y="2567720"/>
            <a:ext cx="1789310" cy="3288887"/>
          </a:xfrm>
        </p:spPr>
        <p:txBody>
          <a:bodyPr lIns="108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D4AB8F32-B492-2CD9-826C-E5C5378592C9}"/>
              </a:ext>
            </a:extLst>
          </p:cNvPr>
          <p:cNvSpPr>
            <a:spLocks noChangeAspect="1"/>
          </p:cNvSpPr>
          <p:nvPr userDrawn="1"/>
        </p:nvSpPr>
        <p:spPr>
          <a:xfrm>
            <a:off x="8035644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Text Placeholder 71">
            <a:extLst>
              <a:ext uri="{FF2B5EF4-FFF2-40B4-BE49-F238E27FC236}">
                <a16:creationId xmlns:a16="http://schemas.microsoft.com/office/drawing/2014/main" id="{3F1D7A91-7111-6E5C-279C-1B1D9695082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931804" y="1805995"/>
            <a:ext cx="1807577" cy="300442"/>
          </a:xfrm>
        </p:spPr>
        <p:txBody>
          <a:bodyPr lIns="72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73" name="Text Placeholder 4">
            <a:extLst>
              <a:ext uri="{FF2B5EF4-FFF2-40B4-BE49-F238E27FC236}">
                <a16:creationId xmlns:a16="http://schemas.microsoft.com/office/drawing/2014/main" id="{0E2562B9-545B-AF00-D9F9-44E167A11B93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7931805" y="2567720"/>
            <a:ext cx="1789310" cy="3288887"/>
          </a:xfrm>
        </p:spPr>
        <p:txBody>
          <a:bodyPr lIns="108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A45C6367-A74F-1C2C-672E-F2E6078D3C68}"/>
              </a:ext>
            </a:extLst>
          </p:cNvPr>
          <p:cNvSpPr>
            <a:spLocks noChangeAspect="1"/>
          </p:cNvSpPr>
          <p:nvPr userDrawn="1"/>
        </p:nvSpPr>
        <p:spPr>
          <a:xfrm>
            <a:off x="9847196" y="2208265"/>
            <a:ext cx="109151" cy="109137"/>
          </a:xfrm>
          <a:prstGeom prst="ellipse">
            <a:avLst/>
          </a:prstGeom>
          <a:solidFill>
            <a:schemeClr val="bg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5" name="Text Placeholder 71">
            <a:extLst>
              <a:ext uri="{FF2B5EF4-FFF2-40B4-BE49-F238E27FC236}">
                <a16:creationId xmlns:a16="http://schemas.microsoft.com/office/drawing/2014/main" id="{5865903F-F98B-94C0-7563-3A297E41DA2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743356" y="1805995"/>
            <a:ext cx="1807577" cy="300442"/>
          </a:xfrm>
        </p:spPr>
        <p:txBody>
          <a:bodyPr lIns="72000" rIns="288000" anchor="b" anchorCtr="0"/>
          <a:lstStyle>
            <a:lvl1pPr>
              <a:defRPr sz="1698" b="1" i="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Year</a:t>
            </a:r>
          </a:p>
        </p:txBody>
      </p:sp>
      <p:sp>
        <p:nvSpPr>
          <p:cNvPr id="76" name="Text Placeholder 4">
            <a:extLst>
              <a:ext uri="{FF2B5EF4-FFF2-40B4-BE49-F238E27FC236}">
                <a16:creationId xmlns:a16="http://schemas.microsoft.com/office/drawing/2014/main" id="{CAB912CE-814A-19EE-2402-D55C72FA588E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9743357" y="2567720"/>
            <a:ext cx="1789310" cy="3288887"/>
          </a:xfrm>
        </p:spPr>
        <p:txBody>
          <a:bodyPr lIns="108000" rIns="216000">
            <a:normAutofit/>
          </a:bodyPr>
          <a:lstStyle>
            <a:lvl1pPr>
              <a:defRPr sz="12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9585287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nnual 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803BAA2C-9254-B18D-A058-251E52C66E8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106880639"/>
              </p:ext>
            </p:extLst>
          </p:nvPr>
        </p:nvGraphicFramePr>
        <p:xfrm>
          <a:off x="606585" y="2278196"/>
          <a:ext cx="11007612" cy="3618726"/>
        </p:xfrm>
        <a:graphic>
          <a:graphicData uri="http://schemas.openxmlformats.org/drawingml/2006/table">
            <a:tbl>
              <a:tblPr bandCol="1">
                <a:tableStyleId>{2D5ABB26-0587-4C30-8999-92F81FD0307C}</a:tableStyleId>
              </a:tblPr>
              <a:tblGrid>
                <a:gridCol w="917301">
                  <a:extLst>
                    <a:ext uri="{9D8B030D-6E8A-4147-A177-3AD203B41FA5}">
                      <a16:colId xmlns:a16="http://schemas.microsoft.com/office/drawing/2014/main" val="4151945498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1382627474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2312284562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380964293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2227914870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2386396939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1442862435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2496167856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936398145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3251811526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2298212362"/>
                    </a:ext>
                  </a:extLst>
                </a:gridCol>
                <a:gridCol w="917301">
                  <a:extLst>
                    <a:ext uri="{9D8B030D-6E8A-4147-A177-3AD203B41FA5}">
                      <a16:colId xmlns:a16="http://schemas.microsoft.com/office/drawing/2014/main" val="1474312375"/>
                    </a:ext>
                  </a:extLst>
                </a:gridCol>
              </a:tblGrid>
              <a:tr h="3618726"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20000"/>
                        </a:lnSpc>
                        <a:spcAft>
                          <a:spcPts val="2400"/>
                        </a:spcAft>
                      </a:pPr>
                      <a:endParaRPr lang="en-US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4642" marR="174642" marT="218274" marB="174619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9904028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32" name="Text Placeholder 6">
            <a:extLst>
              <a:ext uri="{FF2B5EF4-FFF2-40B4-BE49-F238E27FC236}">
                <a16:creationId xmlns:a16="http://schemas.microsoft.com/office/drawing/2014/main" id="{057C032F-3530-74E5-5E33-EF5F1D6976F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9" name="object 14">
            <a:extLst>
              <a:ext uri="{FF2B5EF4-FFF2-40B4-BE49-F238E27FC236}">
                <a16:creationId xmlns:a16="http://schemas.microsoft.com/office/drawing/2014/main" id="{A52E1F34-96C7-3C86-48A7-FAB9C405C20B}"/>
              </a:ext>
            </a:extLst>
          </p:cNvPr>
          <p:cNvSpPr/>
          <p:nvPr userDrawn="1"/>
        </p:nvSpPr>
        <p:spPr>
          <a:xfrm>
            <a:off x="577805" y="2278195"/>
            <a:ext cx="11036388" cy="45719"/>
          </a:xfrm>
          <a:custGeom>
            <a:avLst/>
            <a:gdLst/>
            <a:ahLst/>
            <a:cxnLst/>
            <a:rect l="l" t="t" r="r" b="b"/>
            <a:pathLst>
              <a:path w="18209260">
                <a:moveTo>
                  <a:pt x="0" y="0"/>
                </a:moveTo>
                <a:lnTo>
                  <a:pt x="18208869" y="0"/>
                </a:lnTo>
              </a:path>
            </a:pathLst>
          </a:custGeom>
          <a:ln w="9525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endParaRPr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72DC89E-D242-DAA1-0108-585F64C330D1}"/>
              </a:ext>
            </a:extLst>
          </p:cNvPr>
          <p:cNvSpPr>
            <a:spLocks noChangeAspect="1"/>
          </p:cNvSpPr>
          <p:nvPr userDrawn="1"/>
        </p:nvSpPr>
        <p:spPr>
          <a:xfrm>
            <a:off x="681017" y="2221145"/>
            <a:ext cx="109151" cy="109137"/>
          </a:xfrm>
          <a:prstGeom prst="ellipse">
            <a:avLst/>
          </a:prstGeom>
          <a:solidFill>
            <a:schemeClr val="tx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47D58FC1-83B9-3BAD-C3EF-06E8D5DE120F}"/>
              </a:ext>
            </a:extLst>
          </p:cNvPr>
          <p:cNvSpPr>
            <a:spLocks noChangeAspect="1"/>
          </p:cNvSpPr>
          <p:nvPr userDrawn="1"/>
        </p:nvSpPr>
        <p:spPr>
          <a:xfrm>
            <a:off x="3460438" y="2221145"/>
            <a:ext cx="109151" cy="109137"/>
          </a:xfrm>
          <a:prstGeom prst="ellipse">
            <a:avLst/>
          </a:prstGeom>
          <a:solidFill>
            <a:schemeClr val="tx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9D582DFC-3D0D-D5F8-AA6B-5676C8C4B3BF}"/>
              </a:ext>
            </a:extLst>
          </p:cNvPr>
          <p:cNvSpPr>
            <a:spLocks noChangeAspect="1"/>
          </p:cNvSpPr>
          <p:nvPr userDrawn="1"/>
        </p:nvSpPr>
        <p:spPr>
          <a:xfrm>
            <a:off x="6227970" y="2221145"/>
            <a:ext cx="109151" cy="109137"/>
          </a:xfrm>
          <a:prstGeom prst="ellipse">
            <a:avLst/>
          </a:prstGeom>
          <a:solidFill>
            <a:schemeClr val="tx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DF486150-9219-560A-8B4F-FB551F786E68}"/>
              </a:ext>
            </a:extLst>
          </p:cNvPr>
          <p:cNvSpPr>
            <a:spLocks noChangeAspect="1"/>
          </p:cNvSpPr>
          <p:nvPr userDrawn="1"/>
        </p:nvSpPr>
        <p:spPr>
          <a:xfrm>
            <a:off x="8985924" y="2221145"/>
            <a:ext cx="109151" cy="109137"/>
          </a:xfrm>
          <a:prstGeom prst="ellipse">
            <a:avLst/>
          </a:prstGeom>
          <a:solidFill>
            <a:schemeClr val="tx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66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4" name="Text Placeholder 71">
            <a:extLst>
              <a:ext uri="{FF2B5EF4-FFF2-40B4-BE49-F238E27FC236}">
                <a16:creationId xmlns:a16="http://schemas.microsoft.com/office/drawing/2014/main" id="{3D1F2F57-2A88-FA57-51B5-9FCB557F9FA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77177" y="1818875"/>
            <a:ext cx="2767426" cy="300442"/>
          </a:xfrm>
        </p:spPr>
        <p:txBody>
          <a:bodyPr lIns="108000" rIns="288000" anchor="b" anchorCtr="0">
            <a:noAutofit/>
          </a:bodyPr>
          <a:lstStyle>
            <a:lvl1pPr>
              <a:defRPr sz="1800" b="1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Month – Month</a:t>
            </a:r>
          </a:p>
        </p:txBody>
      </p:sp>
      <p:sp>
        <p:nvSpPr>
          <p:cNvPr id="55" name="Text Placeholder 71">
            <a:extLst>
              <a:ext uri="{FF2B5EF4-FFF2-40B4-BE49-F238E27FC236}">
                <a16:creationId xmlns:a16="http://schemas.microsoft.com/office/drawing/2014/main" id="{799F0539-8B24-4E4B-EF4C-121B551D8BA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4603" y="1818875"/>
            <a:ext cx="2746295" cy="300442"/>
          </a:xfrm>
        </p:spPr>
        <p:txBody>
          <a:bodyPr lIns="108000" rIns="288000" anchor="b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Month – Month</a:t>
            </a:r>
          </a:p>
        </p:txBody>
      </p:sp>
      <p:sp>
        <p:nvSpPr>
          <p:cNvPr id="56" name="Text Placeholder 71">
            <a:extLst>
              <a:ext uri="{FF2B5EF4-FFF2-40B4-BE49-F238E27FC236}">
                <a16:creationId xmlns:a16="http://schemas.microsoft.com/office/drawing/2014/main" id="{9DFB2CE5-A177-E72D-3CD4-2646E4DCE50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00141" y="1818875"/>
            <a:ext cx="2745959" cy="300442"/>
          </a:xfrm>
        </p:spPr>
        <p:txBody>
          <a:bodyPr lIns="108000" rIns="288000" anchor="b" anchorCtr="0">
            <a:noAutofit/>
          </a:bodyPr>
          <a:lstStyle>
            <a:lvl1pPr>
              <a:defRPr sz="1800" b="1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Month – Month</a:t>
            </a:r>
          </a:p>
        </p:txBody>
      </p:sp>
      <p:sp>
        <p:nvSpPr>
          <p:cNvPr id="57" name="Text Placeholder 71">
            <a:extLst>
              <a:ext uri="{FF2B5EF4-FFF2-40B4-BE49-F238E27FC236}">
                <a16:creationId xmlns:a16="http://schemas.microsoft.com/office/drawing/2014/main" id="{7A262EC1-F639-E81C-3343-3DA348DA926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846100" y="1818875"/>
            <a:ext cx="2773719" cy="300442"/>
          </a:xfrm>
        </p:spPr>
        <p:txBody>
          <a:bodyPr lIns="108000" rIns="288000" anchor="b" anchorCtr="0">
            <a:noAutofit/>
          </a:bodyPr>
          <a:lstStyle>
            <a:lvl1pPr>
              <a:defRPr sz="1800" b="1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/>
              <a:t>Month – Month</a:t>
            </a:r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3031F97C-D610-4D45-F78B-D175D9A0E755}"/>
              </a:ext>
            </a:extLst>
          </p:cNvPr>
          <p:cNvSpPr>
            <a:spLocks noGrp="1"/>
          </p:cNvSpPr>
          <p:nvPr>
            <p:ph type="body" sz="quarter" idx="47"/>
          </p:nvPr>
        </p:nvSpPr>
        <p:spPr>
          <a:xfrm>
            <a:off x="3485839" y="2583275"/>
            <a:ext cx="8012329" cy="380567"/>
          </a:xfrm>
          <a:prstGeom prst="roundRect">
            <a:avLst>
              <a:gd name="adj" fmla="val 50000"/>
            </a:avLst>
          </a:prstGeom>
          <a:solidFill>
            <a:srgbClr val="E6E6E6"/>
          </a:solidFill>
        </p:spPr>
        <p:txBody>
          <a:bodyPr vert="horz" wrap="square" lIns="180000" tIns="54000" rIns="180000" bIns="54000" rtlCol="0" anchor="ctr" anchorCtr="0">
            <a:spAutoFit/>
          </a:bodyPr>
          <a:lstStyle>
            <a:lvl1pPr>
              <a:lnSpc>
                <a:spcPct val="100000"/>
              </a:lnSpc>
              <a:spcAft>
                <a:spcPts val="600"/>
              </a:spcAft>
              <a:defRPr lang="en-US" sz="1050" b="1" i="0" dirty="0" smtClean="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lang="en-US" sz="485" dirty="0" smtClean="0">
                <a:solidFill>
                  <a:schemeClr val="bg1"/>
                </a:solidFill>
              </a:defRPr>
            </a:lvl2pPr>
            <a:lvl3pPr>
              <a:defRPr lang="en-US" dirty="0" smtClean="0">
                <a:solidFill>
                  <a:schemeClr val="bg1"/>
                </a:solidFill>
              </a:defRPr>
            </a:lvl3pPr>
            <a:lvl4pPr>
              <a:defRPr lang="en-US" dirty="0" smtClean="0">
                <a:solidFill>
                  <a:schemeClr val="bg1"/>
                </a:solidFill>
              </a:defRPr>
            </a:lvl4pPr>
            <a:lvl5pPr>
              <a:defRPr lang="en-GB" dirty="0">
                <a:solidFill>
                  <a:schemeClr val="bg1"/>
                </a:solidFill>
              </a:defRPr>
            </a:lvl5pPr>
          </a:lstStyle>
          <a:p>
            <a:pPr marR="0" lvl="0" fontAlgn="auto">
              <a:spcAft>
                <a:spcPts val="1455"/>
              </a:spcAft>
              <a:buClrTx/>
              <a:tabLst/>
            </a:pPr>
            <a:r>
              <a:rPr lang="en-US"/>
              <a:t>Click to edit Master text styles</a:t>
            </a: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1FF72A2C-EC93-1960-E000-9D1BE3C473D1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718374" y="2588233"/>
            <a:ext cx="2451893" cy="380567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vert="horz" wrap="square" lIns="180000" tIns="54000" rIns="180000" bIns="54000" rtlCol="0" anchor="ctr" anchorCtr="0">
            <a:spAutoFit/>
          </a:bodyPr>
          <a:lstStyle>
            <a:lvl1pPr>
              <a:lnSpc>
                <a:spcPct val="100000"/>
              </a:lnSpc>
              <a:spcAft>
                <a:spcPts val="600"/>
              </a:spcAft>
              <a:defRPr lang="en-US" sz="1050" b="1" i="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lang="en-US" sz="485" dirty="0" smtClean="0">
                <a:solidFill>
                  <a:schemeClr val="bg1"/>
                </a:solidFill>
              </a:defRPr>
            </a:lvl2pPr>
            <a:lvl3pPr>
              <a:defRPr lang="en-US" dirty="0" smtClean="0">
                <a:solidFill>
                  <a:schemeClr val="bg1"/>
                </a:solidFill>
              </a:defRPr>
            </a:lvl3pPr>
            <a:lvl4pPr>
              <a:defRPr lang="en-US" dirty="0" smtClean="0">
                <a:solidFill>
                  <a:schemeClr val="bg1"/>
                </a:solidFill>
              </a:defRPr>
            </a:lvl4pPr>
            <a:lvl5pPr>
              <a:defRPr lang="en-GB" dirty="0">
                <a:solidFill>
                  <a:schemeClr val="bg1"/>
                </a:solidFill>
              </a:defRPr>
            </a:lvl5pPr>
          </a:lstStyle>
          <a:p>
            <a:pPr marR="0" lvl="0" fontAlgn="auto">
              <a:spcAft>
                <a:spcPts val="1455"/>
              </a:spcAft>
              <a:buClrTx/>
              <a:tabLst/>
            </a:pPr>
            <a:r>
              <a:rPr lang="en-US"/>
              <a:t>Click to edit Master text styles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7B3311CB-DC37-BF2B-8E33-872990686A6F}"/>
              </a:ext>
            </a:extLst>
          </p:cNvPr>
          <p:cNvSpPr>
            <a:spLocks noGrp="1"/>
          </p:cNvSpPr>
          <p:nvPr>
            <p:ph type="body" sz="quarter" idx="49"/>
          </p:nvPr>
        </p:nvSpPr>
        <p:spPr>
          <a:xfrm>
            <a:off x="9020770" y="3112528"/>
            <a:ext cx="2477398" cy="380567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vert="horz" wrap="square" lIns="180000" tIns="54000" rIns="180000" bIns="54000" rtlCol="0" anchor="ctr" anchorCtr="0">
            <a:spAutoFit/>
          </a:bodyPr>
          <a:lstStyle>
            <a:lvl1pPr>
              <a:lnSpc>
                <a:spcPct val="100000"/>
              </a:lnSpc>
              <a:spcAft>
                <a:spcPts val="600"/>
              </a:spcAft>
              <a:defRPr lang="en-US" sz="1050" b="1" i="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lang="en-US" sz="485" dirty="0" smtClean="0">
                <a:solidFill>
                  <a:schemeClr val="bg1"/>
                </a:solidFill>
              </a:defRPr>
            </a:lvl2pPr>
            <a:lvl3pPr>
              <a:defRPr lang="en-US" dirty="0" smtClean="0">
                <a:solidFill>
                  <a:schemeClr val="bg1"/>
                </a:solidFill>
              </a:defRPr>
            </a:lvl3pPr>
            <a:lvl4pPr>
              <a:defRPr lang="en-US" dirty="0" smtClean="0">
                <a:solidFill>
                  <a:schemeClr val="bg1"/>
                </a:solidFill>
              </a:defRPr>
            </a:lvl4pPr>
            <a:lvl5pPr>
              <a:defRPr lang="en-GB" dirty="0">
                <a:solidFill>
                  <a:schemeClr val="bg1"/>
                </a:solidFill>
              </a:defRPr>
            </a:lvl5pPr>
          </a:lstStyle>
          <a:p>
            <a:pPr marR="0" lvl="0" fontAlgn="auto">
              <a:spcAft>
                <a:spcPts val="1455"/>
              </a:spcAft>
              <a:buClrTx/>
              <a:tabLst/>
            </a:pPr>
            <a:r>
              <a:rPr lang="en-US"/>
              <a:t>Click to edit Master text styles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4C6A5BFA-3D10-182C-1A20-2F9F25DA5EC7}"/>
              </a:ext>
            </a:extLst>
          </p:cNvPr>
          <p:cNvSpPr>
            <a:spLocks noGrp="1"/>
          </p:cNvSpPr>
          <p:nvPr>
            <p:ph type="body" sz="quarter" idx="50"/>
          </p:nvPr>
        </p:nvSpPr>
        <p:spPr>
          <a:xfrm>
            <a:off x="718374" y="3112528"/>
            <a:ext cx="8012329" cy="380567"/>
          </a:xfrm>
          <a:prstGeom prst="roundRect">
            <a:avLst>
              <a:gd name="adj" fmla="val 50000"/>
            </a:avLst>
          </a:prstGeom>
          <a:solidFill>
            <a:srgbClr val="E6E6E6"/>
          </a:solidFill>
        </p:spPr>
        <p:txBody>
          <a:bodyPr vert="horz" wrap="square" lIns="180000" tIns="54000" rIns="180000" bIns="54000" rtlCol="0" anchor="ctr" anchorCtr="0">
            <a:spAutoFit/>
          </a:bodyPr>
          <a:lstStyle>
            <a:lvl1pPr>
              <a:lnSpc>
                <a:spcPct val="100000"/>
              </a:lnSpc>
              <a:spcAft>
                <a:spcPts val="600"/>
              </a:spcAft>
              <a:defRPr lang="en-US" sz="1050" b="1" i="0" dirty="0" smtClean="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lang="en-US" sz="485" dirty="0" smtClean="0">
                <a:solidFill>
                  <a:schemeClr val="bg1"/>
                </a:solidFill>
              </a:defRPr>
            </a:lvl2pPr>
            <a:lvl3pPr>
              <a:defRPr lang="en-US" dirty="0" smtClean="0">
                <a:solidFill>
                  <a:schemeClr val="bg1"/>
                </a:solidFill>
              </a:defRPr>
            </a:lvl3pPr>
            <a:lvl4pPr>
              <a:defRPr lang="en-US" dirty="0" smtClean="0">
                <a:solidFill>
                  <a:schemeClr val="bg1"/>
                </a:solidFill>
              </a:defRPr>
            </a:lvl4pPr>
            <a:lvl5pPr>
              <a:defRPr lang="en-GB" dirty="0">
                <a:solidFill>
                  <a:schemeClr val="bg1"/>
                </a:solidFill>
              </a:defRPr>
            </a:lvl5pPr>
          </a:lstStyle>
          <a:p>
            <a:pPr marR="0" lvl="0" fontAlgn="auto">
              <a:spcAft>
                <a:spcPts val="1455"/>
              </a:spcAft>
              <a:buClrTx/>
              <a:tabLst/>
            </a:pPr>
            <a:r>
              <a:rPr lang="en-US"/>
              <a:t>Click to edit Master text styles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63D306BC-6AA0-5B15-EAD0-1C4B6C007AE2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>
          <a:xfrm>
            <a:off x="718374" y="3636823"/>
            <a:ext cx="10779794" cy="380567"/>
          </a:xfrm>
          <a:prstGeom prst="roundRect">
            <a:avLst>
              <a:gd name="adj" fmla="val 50000"/>
            </a:avLst>
          </a:prstGeom>
          <a:solidFill>
            <a:schemeClr val="tx2"/>
          </a:solidFill>
        </p:spPr>
        <p:txBody>
          <a:bodyPr vert="horz" wrap="square" lIns="180000" tIns="54000" rIns="180000" bIns="54000" rtlCol="0" anchor="ctr" anchorCtr="0">
            <a:spAutoFit/>
          </a:bodyPr>
          <a:lstStyle>
            <a:lvl1pPr>
              <a:lnSpc>
                <a:spcPct val="100000"/>
              </a:lnSpc>
              <a:spcAft>
                <a:spcPts val="600"/>
              </a:spcAft>
              <a:defRPr lang="en-US" sz="1050" b="1" i="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lang="en-US" sz="485" dirty="0" smtClean="0">
                <a:solidFill>
                  <a:schemeClr val="bg1"/>
                </a:solidFill>
              </a:defRPr>
            </a:lvl2pPr>
            <a:lvl3pPr>
              <a:defRPr lang="en-US" dirty="0" smtClean="0">
                <a:solidFill>
                  <a:schemeClr val="bg1"/>
                </a:solidFill>
              </a:defRPr>
            </a:lvl3pPr>
            <a:lvl4pPr>
              <a:defRPr lang="en-US" dirty="0" smtClean="0">
                <a:solidFill>
                  <a:schemeClr val="bg1"/>
                </a:solidFill>
              </a:defRPr>
            </a:lvl4pPr>
            <a:lvl5pPr>
              <a:defRPr lang="en-GB" dirty="0">
                <a:solidFill>
                  <a:schemeClr val="bg1"/>
                </a:solidFill>
              </a:defRPr>
            </a:lvl5pPr>
          </a:lstStyle>
          <a:p>
            <a:pPr marR="0" lvl="0" fontAlgn="auto">
              <a:spcAft>
                <a:spcPts val="1455"/>
              </a:spcAft>
              <a:buClrTx/>
              <a:tabLst/>
            </a:pPr>
            <a:r>
              <a:rPr lang="en-US"/>
              <a:t>Click to edit Master text styles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2F279148-11D1-D193-7504-E15A8DBBB7ED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1947773" y="4161117"/>
            <a:ext cx="9537643" cy="380567"/>
          </a:xfrm>
          <a:prstGeom prst="roundRect">
            <a:avLst>
              <a:gd name="adj" fmla="val 50000"/>
            </a:avLst>
          </a:prstGeom>
          <a:solidFill>
            <a:srgbClr val="E6E6E6"/>
          </a:solidFill>
        </p:spPr>
        <p:txBody>
          <a:bodyPr vert="horz" wrap="square" lIns="180000" tIns="54000" rIns="180000" bIns="54000" rtlCol="0" anchor="ctr" anchorCtr="0">
            <a:spAutoFit/>
          </a:bodyPr>
          <a:lstStyle>
            <a:lvl1pPr>
              <a:lnSpc>
                <a:spcPct val="100000"/>
              </a:lnSpc>
              <a:spcAft>
                <a:spcPts val="600"/>
              </a:spcAft>
              <a:defRPr lang="en-US" sz="1050" b="1" i="0" dirty="0" smtClean="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lang="en-US" sz="485" dirty="0" smtClean="0">
                <a:solidFill>
                  <a:schemeClr val="bg1"/>
                </a:solidFill>
              </a:defRPr>
            </a:lvl2pPr>
            <a:lvl3pPr>
              <a:defRPr lang="en-US" dirty="0" smtClean="0">
                <a:solidFill>
                  <a:schemeClr val="bg1"/>
                </a:solidFill>
              </a:defRPr>
            </a:lvl3pPr>
            <a:lvl4pPr>
              <a:defRPr lang="en-US" dirty="0" smtClean="0">
                <a:solidFill>
                  <a:schemeClr val="bg1"/>
                </a:solidFill>
              </a:defRPr>
            </a:lvl4pPr>
            <a:lvl5pPr>
              <a:defRPr lang="en-GB" dirty="0">
                <a:solidFill>
                  <a:schemeClr val="bg1"/>
                </a:solidFill>
              </a:defRPr>
            </a:lvl5pPr>
          </a:lstStyle>
          <a:p>
            <a:pPr marR="0" lvl="0" fontAlgn="auto">
              <a:spcAft>
                <a:spcPts val="1455"/>
              </a:spcAft>
              <a:buClrTx/>
              <a:tabLst/>
            </a:pPr>
            <a:r>
              <a:rPr lang="en-US"/>
              <a:t>Click to edit Master text styles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B7F7FC01-6091-5D90-D333-FA5671F43B8E}"/>
              </a:ext>
            </a:extLst>
          </p:cNvPr>
          <p:cNvSpPr>
            <a:spLocks noGrp="1"/>
          </p:cNvSpPr>
          <p:nvPr>
            <p:ph type="body" sz="quarter" idx="56"/>
          </p:nvPr>
        </p:nvSpPr>
        <p:spPr>
          <a:xfrm>
            <a:off x="7492654" y="4685411"/>
            <a:ext cx="3986410" cy="380567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</p:spPr>
        <p:txBody>
          <a:bodyPr vert="horz" wrap="square" lIns="180000" tIns="54000" rIns="180000" bIns="54000" rtlCol="0" anchor="ctr" anchorCtr="0">
            <a:spAutoFit/>
          </a:bodyPr>
          <a:lstStyle>
            <a:lvl1pPr>
              <a:lnSpc>
                <a:spcPct val="100000"/>
              </a:lnSpc>
              <a:spcAft>
                <a:spcPts val="600"/>
              </a:spcAft>
              <a:defRPr lang="en-US" sz="1050" b="1" i="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lang="en-US" sz="485" dirty="0" smtClean="0">
                <a:solidFill>
                  <a:schemeClr val="bg1"/>
                </a:solidFill>
              </a:defRPr>
            </a:lvl2pPr>
            <a:lvl3pPr>
              <a:defRPr lang="en-US" dirty="0" smtClean="0">
                <a:solidFill>
                  <a:schemeClr val="bg1"/>
                </a:solidFill>
              </a:defRPr>
            </a:lvl3pPr>
            <a:lvl4pPr>
              <a:defRPr lang="en-US" dirty="0" smtClean="0">
                <a:solidFill>
                  <a:schemeClr val="bg1"/>
                </a:solidFill>
              </a:defRPr>
            </a:lvl4pPr>
            <a:lvl5pPr>
              <a:defRPr lang="en-GB" dirty="0">
                <a:solidFill>
                  <a:schemeClr val="bg1"/>
                </a:solidFill>
              </a:defRPr>
            </a:lvl5pPr>
          </a:lstStyle>
          <a:p>
            <a:pPr marR="0" lvl="0" fontAlgn="auto">
              <a:spcAft>
                <a:spcPts val="1455"/>
              </a:spcAft>
              <a:buClrTx/>
              <a:tabLst/>
            </a:pPr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1239904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35" name="Text Placeholder 8">
            <a:extLst>
              <a:ext uri="{FF2B5EF4-FFF2-40B4-BE49-F238E27FC236}">
                <a16:creationId xmlns:a16="http://schemas.microsoft.com/office/drawing/2014/main" id="{645879FE-583A-DE44-88BA-EB276A69E0F6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5"/>
            <a:ext cx="11144930" cy="592778"/>
          </a:xfrm>
        </p:spPr>
        <p:txBody>
          <a:bodyPr numCol="1" spcCol="180000">
            <a:normAutofit/>
          </a:bodyPr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 sz="16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229D7B8B-35CA-A145-A474-98CA941C8914}"/>
              </a:ext>
            </a:extLst>
          </p:cNvPr>
          <p:cNvSpPr>
            <a:spLocks noGrp="1"/>
          </p:cNvSpPr>
          <p:nvPr>
            <p:ph type="tbl" sz="quarter" idx="14"/>
          </p:nvPr>
        </p:nvSpPr>
        <p:spPr>
          <a:xfrm>
            <a:off x="515938" y="2081213"/>
            <a:ext cx="11153775" cy="3832225"/>
          </a:xfrm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add table</a:t>
            </a:r>
          </a:p>
        </p:txBody>
      </p:sp>
    </p:spTree>
    <p:extLst>
      <p:ext uri="{BB962C8B-B14F-4D97-AF65-F5344CB8AC3E}">
        <p14:creationId xmlns:p14="http://schemas.microsoft.com/office/powerpoint/2010/main" val="5479175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D54A1155-34EB-A04A-AA96-8DCEA2A0B8AF}"/>
              </a:ext>
            </a:extLst>
          </p:cNvPr>
          <p:cNvSpPr>
            <a:spLocks noGrp="1"/>
          </p:cNvSpPr>
          <p:nvPr>
            <p:ph type="chart" sz="quarter" idx="13" hasCustomPrompt="1"/>
          </p:nvPr>
        </p:nvSpPr>
        <p:spPr>
          <a:xfrm>
            <a:off x="515938" y="1304925"/>
            <a:ext cx="11160125" cy="4608513"/>
          </a:xfrm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add graph</a:t>
            </a:r>
          </a:p>
        </p:txBody>
      </p:sp>
    </p:spTree>
    <p:extLst>
      <p:ext uri="{BB962C8B-B14F-4D97-AF65-F5344CB8AC3E}">
        <p14:creationId xmlns:p14="http://schemas.microsoft.com/office/powerpoint/2010/main" val="267440434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 + Intro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D54A1155-34EB-A04A-AA96-8DCEA2A0B8AF}"/>
              </a:ext>
            </a:extLst>
          </p:cNvPr>
          <p:cNvSpPr>
            <a:spLocks noGrp="1"/>
          </p:cNvSpPr>
          <p:nvPr>
            <p:ph type="chart" sz="quarter" idx="13" hasCustomPrompt="1"/>
          </p:nvPr>
        </p:nvSpPr>
        <p:spPr>
          <a:xfrm>
            <a:off x="515938" y="2186941"/>
            <a:ext cx="11160125" cy="3726497"/>
          </a:xfrm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add graph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70B67ED7-707C-628A-DD8C-8D05275A882F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531133" y="1304924"/>
            <a:ext cx="11144930" cy="760095"/>
          </a:xfrm>
        </p:spPr>
        <p:txBody>
          <a:bodyPr numCol="1" spcCol="180000">
            <a:normAutofit/>
          </a:bodyPr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 sz="1600"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7766284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5574281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5564867" cy="4608511"/>
          </a:xfrm>
        </p:spPr>
        <p:txBody>
          <a:bodyPr numCol="1" spcCol="18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3" name="Chart Placeholder 2">
            <a:extLst>
              <a:ext uri="{FF2B5EF4-FFF2-40B4-BE49-F238E27FC236}">
                <a16:creationId xmlns:a16="http://schemas.microsoft.com/office/drawing/2014/main" id="{5F41B758-C970-D84A-B3ED-8A3CB892A835}"/>
              </a:ext>
            </a:extLst>
          </p:cNvPr>
          <p:cNvSpPr>
            <a:spLocks noGrp="1"/>
          </p:cNvSpPr>
          <p:nvPr>
            <p:ph type="chart" sz="quarter" idx="14" hasCustomPrompt="1"/>
          </p:nvPr>
        </p:nvSpPr>
        <p:spPr>
          <a:xfrm>
            <a:off x="6762750" y="366371"/>
            <a:ext cx="4913313" cy="5547067"/>
          </a:xfrm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add graph</a:t>
            </a:r>
          </a:p>
        </p:txBody>
      </p:sp>
    </p:spTree>
    <p:extLst>
      <p:ext uri="{BB962C8B-B14F-4D97-AF65-F5344CB8AC3E}">
        <p14:creationId xmlns:p14="http://schemas.microsoft.com/office/powerpoint/2010/main" val="190624578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Graph + Key Sta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5574281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B0C5F5C0-30E8-EF40-92DE-494A99ADBAED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304924"/>
            <a:ext cx="5564867" cy="2951067"/>
          </a:xfrm>
        </p:spPr>
        <p:txBody>
          <a:bodyPr numCol="1" spcCol="180000"/>
          <a:lstStyle>
            <a:lvl1pPr marL="0" indent="0">
              <a:buClr>
                <a:schemeClr val="bg2"/>
              </a:buClr>
              <a:buFont typeface="Arial" panose="020B0604020202020204" pitchFamily="34" charset="0"/>
              <a:buNone/>
              <a:defRPr>
                <a:solidFill>
                  <a:schemeClr val="tx2">
                    <a:lumMod val="50000"/>
                  </a:schemeClr>
                </a:solidFill>
              </a:defRPr>
            </a:lvl1pPr>
            <a:lvl2pPr>
              <a:defRPr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3" name="Chart Placeholder 2">
            <a:extLst>
              <a:ext uri="{FF2B5EF4-FFF2-40B4-BE49-F238E27FC236}">
                <a16:creationId xmlns:a16="http://schemas.microsoft.com/office/drawing/2014/main" id="{5F41B758-C970-D84A-B3ED-8A3CB892A835}"/>
              </a:ext>
            </a:extLst>
          </p:cNvPr>
          <p:cNvSpPr>
            <a:spLocks noGrp="1"/>
          </p:cNvSpPr>
          <p:nvPr>
            <p:ph type="chart" sz="quarter" idx="14" hasCustomPrompt="1"/>
          </p:nvPr>
        </p:nvSpPr>
        <p:spPr>
          <a:xfrm>
            <a:off x="6762750" y="366371"/>
            <a:ext cx="4913313" cy="5547067"/>
          </a:xfrm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icon to add graph</a:t>
            </a:r>
          </a:p>
        </p:txBody>
      </p:sp>
      <p:sp>
        <p:nvSpPr>
          <p:cNvPr id="12" name="Table Placeholder 13">
            <a:extLst>
              <a:ext uri="{FF2B5EF4-FFF2-40B4-BE49-F238E27FC236}">
                <a16:creationId xmlns:a16="http://schemas.microsoft.com/office/drawing/2014/main" id="{0471F0B8-12A0-7A45-8C7A-E02063FE5C87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531813" y="4531663"/>
            <a:ext cx="5564187" cy="1381775"/>
          </a:xfrm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GB"/>
              <a:t>Click here to insert table of key statistics</a:t>
            </a:r>
          </a:p>
        </p:txBody>
      </p:sp>
    </p:spTree>
    <p:extLst>
      <p:ext uri="{BB962C8B-B14F-4D97-AF65-F5344CB8AC3E}">
        <p14:creationId xmlns:p14="http://schemas.microsoft.com/office/powerpoint/2010/main" val="324340419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shots x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9435620D-DE1F-DC40-82F8-A5A9DDA81D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9" name="Picture Placeholder 9">
            <a:extLst>
              <a:ext uri="{FF2B5EF4-FFF2-40B4-BE49-F238E27FC236}">
                <a16:creationId xmlns:a16="http://schemas.microsoft.com/office/drawing/2014/main" id="{F7144900-27CB-F8C8-8750-EBFD50556D3C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15937" y="1738603"/>
            <a:ext cx="1517373" cy="151737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105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BA371966-686F-3873-1B61-8D4F2F1781AB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409056" y="1738603"/>
            <a:ext cx="1517373" cy="151737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105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12" name="Text Placeholder 15">
            <a:extLst>
              <a:ext uri="{FF2B5EF4-FFF2-40B4-BE49-F238E27FC236}">
                <a16:creationId xmlns:a16="http://schemas.microsoft.com/office/drawing/2014/main" id="{71BA048F-6972-4609-34F2-EF8FDBBDBB0C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234278" y="1915486"/>
            <a:ext cx="3355742" cy="1163606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8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7" name="Picture Placeholder 9">
            <a:extLst>
              <a:ext uri="{FF2B5EF4-FFF2-40B4-BE49-F238E27FC236}">
                <a16:creationId xmlns:a16="http://schemas.microsoft.com/office/drawing/2014/main" id="{224FF60B-6BD0-9B1E-2959-11D6263640AF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15937" y="3998564"/>
            <a:ext cx="1517373" cy="151737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105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18" name="Picture Placeholder 9">
            <a:extLst>
              <a:ext uri="{FF2B5EF4-FFF2-40B4-BE49-F238E27FC236}">
                <a16:creationId xmlns:a16="http://schemas.microsoft.com/office/drawing/2014/main" id="{2DB6CCCB-718D-70C8-7A09-2EE0D7144525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409056" y="3998564"/>
            <a:ext cx="1517373" cy="151737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105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19" name="Text Placeholder 15">
            <a:extLst>
              <a:ext uri="{FF2B5EF4-FFF2-40B4-BE49-F238E27FC236}">
                <a16:creationId xmlns:a16="http://schemas.microsoft.com/office/drawing/2014/main" id="{B6878B28-F503-455B-0FEA-80DE70905427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8234278" y="4175447"/>
            <a:ext cx="3355742" cy="1163606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8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0" name="Text Placeholder 15">
            <a:extLst>
              <a:ext uri="{FF2B5EF4-FFF2-40B4-BE49-F238E27FC236}">
                <a16:creationId xmlns:a16="http://schemas.microsoft.com/office/drawing/2014/main" id="{AAADD6C4-F1D9-F92B-C5FD-4B4DA8B17CF1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2333196" y="1915486"/>
            <a:ext cx="3355742" cy="1163606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8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1" name="Text Placeholder 15">
            <a:extLst>
              <a:ext uri="{FF2B5EF4-FFF2-40B4-BE49-F238E27FC236}">
                <a16:creationId xmlns:a16="http://schemas.microsoft.com/office/drawing/2014/main" id="{A5E09E69-6CAD-B355-9823-320AB8FAE66F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2333196" y="4175447"/>
            <a:ext cx="3355742" cy="1163606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8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8823684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shots x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9435620D-DE1F-DC40-82F8-A5A9DDA81D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2" name="Picture Placeholder 9">
            <a:extLst>
              <a:ext uri="{FF2B5EF4-FFF2-40B4-BE49-F238E27FC236}">
                <a16:creationId xmlns:a16="http://schemas.microsoft.com/office/drawing/2014/main" id="{9DD9632F-ADC6-0F07-8F3F-62F1AF846E1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15938" y="1711994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23" name="Text Placeholder 15">
            <a:extLst>
              <a:ext uri="{FF2B5EF4-FFF2-40B4-BE49-F238E27FC236}">
                <a16:creationId xmlns:a16="http://schemas.microsoft.com/office/drawing/2014/main" id="{A6BDD17B-1F38-C02C-FBE9-A0D8E16AB1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699411" y="1711994"/>
            <a:ext cx="2116757" cy="987159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4" name="Picture Placeholder 9">
            <a:extLst>
              <a:ext uri="{FF2B5EF4-FFF2-40B4-BE49-F238E27FC236}">
                <a16:creationId xmlns:a16="http://schemas.microsoft.com/office/drawing/2014/main" id="{25EC710C-2932-CFFF-F55D-955597F0FB30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4335796" y="1711994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25" name="Text Placeholder 15">
            <a:extLst>
              <a:ext uri="{FF2B5EF4-FFF2-40B4-BE49-F238E27FC236}">
                <a16:creationId xmlns:a16="http://schemas.microsoft.com/office/drawing/2014/main" id="{247CB122-DF3E-CDA7-027B-26E525434AE2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5527232" y="1711994"/>
            <a:ext cx="2173163" cy="987101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0" name="Picture Placeholder 9">
            <a:extLst>
              <a:ext uri="{FF2B5EF4-FFF2-40B4-BE49-F238E27FC236}">
                <a16:creationId xmlns:a16="http://schemas.microsoft.com/office/drawing/2014/main" id="{27971BF0-784D-F3CF-2C6F-CA5180542041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8220024" y="1711994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41" name="Text Placeholder 15">
            <a:extLst>
              <a:ext uri="{FF2B5EF4-FFF2-40B4-BE49-F238E27FC236}">
                <a16:creationId xmlns:a16="http://schemas.microsoft.com/office/drawing/2014/main" id="{0B2CA69D-267F-C90D-4248-B4C35F26DF7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9411460" y="1711994"/>
            <a:ext cx="2173163" cy="987101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2" name="Picture Placeholder 9">
            <a:extLst>
              <a:ext uri="{FF2B5EF4-FFF2-40B4-BE49-F238E27FC236}">
                <a16:creationId xmlns:a16="http://schemas.microsoft.com/office/drawing/2014/main" id="{5897A2C1-9865-7BB8-2197-358370EFD4AC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15938" y="3155667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43" name="Text Placeholder 15">
            <a:extLst>
              <a:ext uri="{FF2B5EF4-FFF2-40B4-BE49-F238E27FC236}">
                <a16:creationId xmlns:a16="http://schemas.microsoft.com/office/drawing/2014/main" id="{62920B1E-EBA9-626D-6305-A1ADAE904D1A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1699411" y="3155667"/>
            <a:ext cx="2116757" cy="987159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4" name="Picture Placeholder 9">
            <a:extLst>
              <a:ext uri="{FF2B5EF4-FFF2-40B4-BE49-F238E27FC236}">
                <a16:creationId xmlns:a16="http://schemas.microsoft.com/office/drawing/2014/main" id="{544F1E77-8814-8A3B-D86A-076D4023ACA7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4335796" y="3155667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45" name="Text Placeholder 15">
            <a:extLst>
              <a:ext uri="{FF2B5EF4-FFF2-40B4-BE49-F238E27FC236}">
                <a16:creationId xmlns:a16="http://schemas.microsoft.com/office/drawing/2014/main" id="{C7619CC2-0DAA-26FC-AEAA-30394D48883A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5527232" y="3155667"/>
            <a:ext cx="2173163" cy="987101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6" name="Picture Placeholder 9">
            <a:extLst>
              <a:ext uri="{FF2B5EF4-FFF2-40B4-BE49-F238E27FC236}">
                <a16:creationId xmlns:a16="http://schemas.microsoft.com/office/drawing/2014/main" id="{8FAFCD1B-5A84-929A-D622-CC609C41B001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8220024" y="3155667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47" name="Text Placeholder 15">
            <a:extLst>
              <a:ext uri="{FF2B5EF4-FFF2-40B4-BE49-F238E27FC236}">
                <a16:creationId xmlns:a16="http://schemas.microsoft.com/office/drawing/2014/main" id="{32DEC219-4AAE-290C-5636-F26705700111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9411460" y="3155667"/>
            <a:ext cx="2173163" cy="987101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8" name="Picture Placeholder 9">
            <a:extLst>
              <a:ext uri="{FF2B5EF4-FFF2-40B4-BE49-F238E27FC236}">
                <a16:creationId xmlns:a16="http://schemas.microsoft.com/office/drawing/2014/main" id="{B2CF404E-74E2-7F8B-678B-6E7F764D9BF2}"/>
              </a:ext>
            </a:extLst>
          </p:cNvPr>
          <p:cNvSpPr>
            <a:spLocks noGrp="1"/>
          </p:cNvSpPr>
          <p:nvPr>
            <p:ph type="pic" sz="quarter" idx="31" hasCustomPrompt="1"/>
          </p:nvPr>
        </p:nvSpPr>
        <p:spPr>
          <a:xfrm>
            <a:off x="515938" y="4599456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49" name="Text Placeholder 15">
            <a:extLst>
              <a:ext uri="{FF2B5EF4-FFF2-40B4-BE49-F238E27FC236}">
                <a16:creationId xmlns:a16="http://schemas.microsoft.com/office/drawing/2014/main" id="{494146F5-9D36-2EF7-388E-A72B6DA0D9B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1699411" y="4599456"/>
            <a:ext cx="2116757" cy="987159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0" name="Picture Placeholder 9">
            <a:extLst>
              <a:ext uri="{FF2B5EF4-FFF2-40B4-BE49-F238E27FC236}">
                <a16:creationId xmlns:a16="http://schemas.microsoft.com/office/drawing/2014/main" id="{B71BEAAD-C8C5-6988-5CBE-F7E302410597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4335796" y="4599456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51" name="Text Placeholder 15">
            <a:extLst>
              <a:ext uri="{FF2B5EF4-FFF2-40B4-BE49-F238E27FC236}">
                <a16:creationId xmlns:a16="http://schemas.microsoft.com/office/drawing/2014/main" id="{138E6919-019E-02BB-5D0D-FF9C12142411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5527232" y="4599456"/>
            <a:ext cx="2173163" cy="987101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2" name="Picture Placeholder 9">
            <a:extLst>
              <a:ext uri="{FF2B5EF4-FFF2-40B4-BE49-F238E27FC236}">
                <a16:creationId xmlns:a16="http://schemas.microsoft.com/office/drawing/2014/main" id="{50AEE6D7-E551-8465-B986-00D61EB9730A}"/>
              </a:ext>
            </a:extLst>
          </p:cNvPr>
          <p:cNvSpPr>
            <a:spLocks noGrp="1"/>
          </p:cNvSpPr>
          <p:nvPr>
            <p:ph type="pic" sz="quarter" idx="35" hasCustomPrompt="1"/>
          </p:nvPr>
        </p:nvSpPr>
        <p:spPr>
          <a:xfrm>
            <a:off x="8220024" y="4599456"/>
            <a:ext cx="987159" cy="98715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53" name="Text Placeholder 15">
            <a:extLst>
              <a:ext uri="{FF2B5EF4-FFF2-40B4-BE49-F238E27FC236}">
                <a16:creationId xmlns:a16="http://schemas.microsoft.com/office/drawing/2014/main" id="{EABA07AD-B083-3DC8-2E9C-6607785D0D9F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9411460" y="4599456"/>
            <a:ext cx="2173163" cy="987101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4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71811447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shots x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9435620D-DE1F-DC40-82F8-A5A9DDA81D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2" name="Picture Placeholder 9">
            <a:extLst>
              <a:ext uri="{FF2B5EF4-FFF2-40B4-BE49-F238E27FC236}">
                <a16:creationId xmlns:a16="http://schemas.microsoft.com/office/drawing/2014/main" id="{9DD9632F-ADC6-0F07-8F3F-62F1AF846E1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15939" y="1711995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23" name="Text Placeholder 15">
            <a:extLst>
              <a:ext uri="{FF2B5EF4-FFF2-40B4-BE49-F238E27FC236}">
                <a16:creationId xmlns:a16="http://schemas.microsoft.com/office/drawing/2014/main" id="{A6BDD17B-1F38-C02C-FBE9-A0D8E16AB19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596367" y="1711995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9" name="Picture Placeholder 9">
            <a:extLst>
              <a:ext uri="{FF2B5EF4-FFF2-40B4-BE49-F238E27FC236}">
                <a16:creationId xmlns:a16="http://schemas.microsoft.com/office/drawing/2014/main" id="{0A36E1BF-5D7A-3667-C65B-2DB32E2BD388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515939" y="2786398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54" name="Text Placeholder 15">
            <a:extLst>
              <a:ext uri="{FF2B5EF4-FFF2-40B4-BE49-F238E27FC236}">
                <a16:creationId xmlns:a16="http://schemas.microsoft.com/office/drawing/2014/main" id="{A3EF6248-9648-B0CE-3E04-C8F8A63036EA}"/>
              </a:ext>
            </a:extLst>
          </p:cNvPr>
          <p:cNvSpPr>
            <a:spLocks noGrp="1"/>
          </p:cNvSpPr>
          <p:nvPr>
            <p:ph type="body" sz="quarter" idx="44"/>
          </p:nvPr>
        </p:nvSpPr>
        <p:spPr>
          <a:xfrm>
            <a:off x="1596367" y="2791091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5" name="Picture Placeholder 9">
            <a:extLst>
              <a:ext uri="{FF2B5EF4-FFF2-40B4-BE49-F238E27FC236}">
                <a16:creationId xmlns:a16="http://schemas.microsoft.com/office/drawing/2014/main" id="{C5444EBA-19D0-8678-BDDD-147CE44BC1E1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515939" y="3870187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56" name="Text Placeholder 15">
            <a:extLst>
              <a:ext uri="{FF2B5EF4-FFF2-40B4-BE49-F238E27FC236}">
                <a16:creationId xmlns:a16="http://schemas.microsoft.com/office/drawing/2014/main" id="{7D5C4711-97F4-DDD0-D960-DEDF44E5F474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1596367" y="3870187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7" name="Picture Placeholder 9">
            <a:extLst>
              <a:ext uri="{FF2B5EF4-FFF2-40B4-BE49-F238E27FC236}">
                <a16:creationId xmlns:a16="http://schemas.microsoft.com/office/drawing/2014/main" id="{E65DD9AF-BC5A-0D6D-203A-19C299826DFB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515939" y="4949284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58" name="Text Placeholder 15">
            <a:extLst>
              <a:ext uri="{FF2B5EF4-FFF2-40B4-BE49-F238E27FC236}">
                <a16:creationId xmlns:a16="http://schemas.microsoft.com/office/drawing/2014/main" id="{50F33994-9EA1-2A51-A537-50F4FB57B23A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1596367" y="4949284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9" name="Picture Placeholder 9">
            <a:extLst>
              <a:ext uri="{FF2B5EF4-FFF2-40B4-BE49-F238E27FC236}">
                <a16:creationId xmlns:a16="http://schemas.microsoft.com/office/drawing/2014/main" id="{F4BC789A-02DE-1B25-C17D-56031BFFAC79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>
            <a:off x="4357530" y="1711995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60" name="Text Placeholder 15">
            <a:extLst>
              <a:ext uri="{FF2B5EF4-FFF2-40B4-BE49-F238E27FC236}">
                <a16:creationId xmlns:a16="http://schemas.microsoft.com/office/drawing/2014/main" id="{397D8B8C-1AD2-D2A1-C4BA-DC06F2B6EF69}"/>
              </a:ext>
            </a:extLst>
          </p:cNvPr>
          <p:cNvSpPr>
            <a:spLocks noGrp="1"/>
          </p:cNvSpPr>
          <p:nvPr>
            <p:ph type="body" sz="quarter" idx="50"/>
          </p:nvPr>
        </p:nvSpPr>
        <p:spPr>
          <a:xfrm>
            <a:off x="5437958" y="1711995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1" name="Picture Placeholder 9">
            <a:extLst>
              <a:ext uri="{FF2B5EF4-FFF2-40B4-BE49-F238E27FC236}">
                <a16:creationId xmlns:a16="http://schemas.microsoft.com/office/drawing/2014/main" id="{96F24F90-0E84-D6E6-53DE-5CA754BCC220}"/>
              </a:ext>
            </a:extLst>
          </p:cNvPr>
          <p:cNvSpPr>
            <a:spLocks noGrp="1"/>
          </p:cNvSpPr>
          <p:nvPr>
            <p:ph type="pic" sz="quarter" idx="51" hasCustomPrompt="1"/>
          </p:nvPr>
        </p:nvSpPr>
        <p:spPr>
          <a:xfrm>
            <a:off x="4357530" y="2786398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62" name="Text Placeholder 15">
            <a:extLst>
              <a:ext uri="{FF2B5EF4-FFF2-40B4-BE49-F238E27FC236}">
                <a16:creationId xmlns:a16="http://schemas.microsoft.com/office/drawing/2014/main" id="{FEE53D37-03B9-FEA3-D9B3-377C5ACE8FBB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>
          <a:xfrm>
            <a:off x="5437958" y="2791091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3" name="Picture Placeholder 9">
            <a:extLst>
              <a:ext uri="{FF2B5EF4-FFF2-40B4-BE49-F238E27FC236}">
                <a16:creationId xmlns:a16="http://schemas.microsoft.com/office/drawing/2014/main" id="{D91880C0-5866-3A2D-E9A1-293A080C3CBC}"/>
              </a:ext>
            </a:extLst>
          </p:cNvPr>
          <p:cNvSpPr>
            <a:spLocks noGrp="1"/>
          </p:cNvSpPr>
          <p:nvPr>
            <p:ph type="pic" sz="quarter" idx="53" hasCustomPrompt="1"/>
          </p:nvPr>
        </p:nvSpPr>
        <p:spPr>
          <a:xfrm>
            <a:off x="4357530" y="3870187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64" name="Text Placeholder 15">
            <a:extLst>
              <a:ext uri="{FF2B5EF4-FFF2-40B4-BE49-F238E27FC236}">
                <a16:creationId xmlns:a16="http://schemas.microsoft.com/office/drawing/2014/main" id="{68479F4A-C40B-C6DF-03E8-C507FF3D4573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5437958" y="3870187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5" name="Picture Placeholder 9">
            <a:extLst>
              <a:ext uri="{FF2B5EF4-FFF2-40B4-BE49-F238E27FC236}">
                <a16:creationId xmlns:a16="http://schemas.microsoft.com/office/drawing/2014/main" id="{C62DBBD6-D33E-DF74-5AE8-96D1913C8C20}"/>
              </a:ext>
            </a:extLst>
          </p:cNvPr>
          <p:cNvSpPr>
            <a:spLocks noGrp="1"/>
          </p:cNvSpPr>
          <p:nvPr>
            <p:ph type="pic" sz="quarter" idx="55" hasCustomPrompt="1"/>
          </p:nvPr>
        </p:nvSpPr>
        <p:spPr>
          <a:xfrm>
            <a:off x="4357530" y="4949284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66" name="Text Placeholder 15">
            <a:extLst>
              <a:ext uri="{FF2B5EF4-FFF2-40B4-BE49-F238E27FC236}">
                <a16:creationId xmlns:a16="http://schemas.microsoft.com/office/drawing/2014/main" id="{05529239-A4B5-258D-03F5-01D3ADFE8873}"/>
              </a:ext>
            </a:extLst>
          </p:cNvPr>
          <p:cNvSpPr>
            <a:spLocks noGrp="1"/>
          </p:cNvSpPr>
          <p:nvPr>
            <p:ph type="body" sz="quarter" idx="56"/>
          </p:nvPr>
        </p:nvSpPr>
        <p:spPr>
          <a:xfrm>
            <a:off x="5437958" y="4949284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7" name="Picture Placeholder 9">
            <a:extLst>
              <a:ext uri="{FF2B5EF4-FFF2-40B4-BE49-F238E27FC236}">
                <a16:creationId xmlns:a16="http://schemas.microsoft.com/office/drawing/2014/main" id="{114AD459-859C-6C0F-FB75-4B02606E57BB}"/>
              </a:ext>
            </a:extLst>
          </p:cNvPr>
          <p:cNvSpPr>
            <a:spLocks noGrp="1"/>
          </p:cNvSpPr>
          <p:nvPr>
            <p:ph type="pic" sz="quarter" idx="57" hasCustomPrompt="1"/>
          </p:nvPr>
        </p:nvSpPr>
        <p:spPr>
          <a:xfrm>
            <a:off x="8199122" y="1711995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68" name="Text Placeholder 15">
            <a:extLst>
              <a:ext uri="{FF2B5EF4-FFF2-40B4-BE49-F238E27FC236}">
                <a16:creationId xmlns:a16="http://schemas.microsoft.com/office/drawing/2014/main" id="{4EAF0426-CCDA-221A-38EC-BBD417EBF569}"/>
              </a:ext>
            </a:extLst>
          </p:cNvPr>
          <p:cNvSpPr>
            <a:spLocks noGrp="1"/>
          </p:cNvSpPr>
          <p:nvPr>
            <p:ph type="body" sz="quarter" idx="58"/>
          </p:nvPr>
        </p:nvSpPr>
        <p:spPr>
          <a:xfrm>
            <a:off x="9279550" y="1711995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9" name="Picture Placeholder 9">
            <a:extLst>
              <a:ext uri="{FF2B5EF4-FFF2-40B4-BE49-F238E27FC236}">
                <a16:creationId xmlns:a16="http://schemas.microsoft.com/office/drawing/2014/main" id="{EF2E7661-7F3A-851E-C60B-815DA8CE2A18}"/>
              </a:ext>
            </a:extLst>
          </p:cNvPr>
          <p:cNvSpPr>
            <a:spLocks noGrp="1"/>
          </p:cNvSpPr>
          <p:nvPr>
            <p:ph type="pic" sz="quarter" idx="59" hasCustomPrompt="1"/>
          </p:nvPr>
        </p:nvSpPr>
        <p:spPr>
          <a:xfrm>
            <a:off x="8199122" y="2786398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70" name="Text Placeholder 15">
            <a:extLst>
              <a:ext uri="{FF2B5EF4-FFF2-40B4-BE49-F238E27FC236}">
                <a16:creationId xmlns:a16="http://schemas.microsoft.com/office/drawing/2014/main" id="{8748A2D7-29EB-EEF8-E6A5-383DA278969D}"/>
              </a:ext>
            </a:extLst>
          </p:cNvPr>
          <p:cNvSpPr>
            <a:spLocks noGrp="1"/>
          </p:cNvSpPr>
          <p:nvPr>
            <p:ph type="body" sz="quarter" idx="60"/>
          </p:nvPr>
        </p:nvSpPr>
        <p:spPr>
          <a:xfrm>
            <a:off x="9279550" y="2791091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71" name="Picture Placeholder 9">
            <a:extLst>
              <a:ext uri="{FF2B5EF4-FFF2-40B4-BE49-F238E27FC236}">
                <a16:creationId xmlns:a16="http://schemas.microsoft.com/office/drawing/2014/main" id="{E88761E4-7653-636A-0723-500AE4782BC6}"/>
              </a:ext>
            </a:extLst>
          </p:cNvPr>
          <p:cNvSpPr>
            <a:spLocks noGrp="1"/>
          </p:cNvSpPr>
          <p:nvPr>
            <p:ph type="pic" sz="quarter" idx="61" hasCustomPrompt="1"/>
          </p:nvPr>
        </p:nvSpPr>
        <p:spPr>
          <a:xfrm>
            <a:off x="8199122" y="3870187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72" name="Text Placeholder 15">
            <a:extLst>
              <a:ext uri="{FF2B5EF4-FFF2-40B4-BE49-F238E27FC236}">
                <a16:creationId xmlns:a16="http://schemas.microsoft.com/office/drawing/2014/main" id="{B10E2844-BD47-9C07-357D-9EA651BBCA67}"/>
              </a:ext>
            </a:extLst>
          </p:cNvPr>
          <p:cNvSpPr>
            <a:spLocks noGrp="1"/>
          </p:cNvSpPr>
          <p:nvPr>
            <p:ph type="body" sz="quarter" idx="62"/>
          </p:nvPr>
        </p:nvSpPr>
        <p:spPr>
          <a:xfrm>
            <a:off x="9279550" y="3870187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73" name="Picture Placeholder 9">
            <a:extLst>
              <a:ext uri="{FF2B5EF4-FFF2-40B4-BE49-F238E27FC236}">
                <a16:creationId xmlns:a16="http://schemas.microsoft.com/office/drawing/2014/main" id="{310F2473-00CD-C33D-50C3-3F40271F3927}"/>
              </a:ext>
            </a:extLst>
          </p:cNvPr>
          <p:cNvSpPr>
            <a:spLocks noGrp="1"/>
          </p:cNvSpPr>
          <p:nvPr>
            <p:ph type="pic" sz="quarter" idx="63" hasCustomPrompt="1"/>
          </p:nvPr>
        </p:nvSpPr>
        <p:spPr>
          <a:xfrm>
            <a:off x="8199122" y="4949284"/>
            <a:ext cx="840422" cy="84042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>
            <a:noAutofit/>
          </a:bodyPr>
          <a:lstStyle>
            <a:lvl1pPr mar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 sz="900" b="0" i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headshot</a:t>
            </a:r>
          </a:p>
        </p:txBody>
      </p:sp>
      <p:sp>
        <p:nvSpPr>
          <p:cNvPr id="74" name="Text Placeholder 15">
            <a:extLst>
              <a:ext uri="{FF2B5EF4-FFF2-40B4-BE49-F238E27FC236}">
                <a16:creationId xmlns:a16="http://schemas.microsoft.com/office/drawing/2014/main" id="{789611C4-8E98-E2CF-35EB-922860C66E00}"/>
              </a:ext>
            </a:extLst>
          </p:cNvPr>
          <p:cNvSpPr>
            <a:spLocks noGrp="1"/>
          </p:cNvSpPr>
          <p:nvPr>
            <p:ph type="body" sz="quarter" idx="64"/>
          </p:nvPr>
        </p:nvSpPr>
        <p:spPr>
          <a:xfrm>
            <a:off x="9279550" y="4949284"/>
            <a:ext cx="2396513" cy="840422"/>
          </a:xfrm>
        </p:spPr>
        <p:txBody>
          <a:bodyPr anchor="ctr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None/>
              <a:defRPr sz="1200" b="0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100"/>
            </a:lvl2pPr>
            <a:lvl3pPr marL="914400" indent="0">
              <a:buNone/>
              <a:defRPr sz="1100"/>
            </a:lvl3pPr>
            <a:lvl4pPr marL="1371600" indent="0">
              <a:buNone/>
              <a:defRPr sz="1100"/>
            </a:lvl4pPr>
            <a:lvl5pPr marL="1828800" indent="0">
              <a:buNone/>
              <a:defRPr sz="1100"/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4928533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9435620D-DE1F-DC40-82F8-A5A9DDA81D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3" name="Text Placeholder 8">
            <a:extLst>
              <a:ext uri="{FF2B5EF4-FFF2-40B4-BE49-F238E27FC236}">
                <a16:creationId xmlns:a16="http://schemas.microsoft.com/office/drawing/2014/main" id="{81187F35-DC43-A850-FE4F-7D60E8ED7A96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708830"/>
            <a:ext cx="11144930" cy="4204608"/>
          </a:xfrm>
        </p:spPr>
        <p:txBody>
          <a:bodyPr numCol="2" spcCol="360000">
            <a:normAutofit/>
          </a:bodyPr>
          <a:lstStyle>
            <a:lvl1pPr marL="457200" indent="-457200">
              <a:spcBef>
                <a:spcPts val="1800"/>
              </a:spcBef>
              <a:spcAft>
                <a:spcPts val="600"/>
              </a:spcAft>
              <a:buClr>
                <a:schemeClr val="bg2"/>
              </a:buClr>
              <a:buFont typeface="+mj-lt"/>
              <a:buAutoNum type="arabicPeriod"/>
              <a:defRPr sz="2400" b="1">
                <a:solidFill>
                  <a:schemeClr val="tx2">
                    <a:lumMod val="50000"/>
                  </a:schemeClr>
                </a:solidFill>
              </a:defRPr>
            </a:lvl1pPr>
            <a:lvl2pPr>
              <a:spcAft>
                <a:spcPts val="600"/>
              </a:spcAft>
              <a:defRPr sz="2000" b="1"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 sz="2000" b="1"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 sz="1800" b="1"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 sz="1800" b="1"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74199951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6275323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9435620D-DE1F-DC40-82F8-A5A9DDA81D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6275323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3" name="Text Placeholder 8">
            <a:extLst>
              <a:ext uri="{FF2B5EF4-FFF2-40B4-BE49-F238E27FC236}">
                <a16:creationId xmlns:a16="http://schemas.microsoft.com/office/drawing/2014/main" id="{81187F35-DC43-A850-FE4F-7D60E8ED7A96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31133" y="1708830"/>
            <a:ext cx="5376371" cy="4204608"/>
          </a:xfrm>
        </p:spPr>
        <p:txBody>
          <a:bodyPr numCol="1" spcCol="360000">
            <a:normAutofit/>
          </a:bodyPr>
          <a:lstStyle>
            <a:lvl1pPr marL="457200" indent="-457200">
              <a:spcBef>
                <a:spcPts val="600"/>
              </a:spcBef>
              <a:spcAft>
                <a:spcPts val="600"/>
              </a:spcAft>
              <a:buClr>
                <a:schemeClr val="bg2"/>
              </a:buClr>
              <a:buFont typeface="+mj-lt"/>
              <a:buAutoNum type="arabicPeriod"/>
              <a:defRPr sz="2400" b="1">
                <a:solidFill>
                  <a:schemeClr val="tx2">
                    <a:lumMod val="50000"/>
                  </a:schemeClr>
                </a:solidFill>
              </a:defRPr>
            </a:lvl1pPr>
            <a:lvl2pPr>
              <a:spcAft>
                <a:spcPts val="600"/>
              </a:spcAft>
              <a:defRPr sz="2000" b="1"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 sz="2000" b="1"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 sz="1800" b="1"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 sz="1800" b="1"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91F8B0E5-465B-1592-BFB3-5F01C3B0E690}"/>
              </a:ext>
            </a:extLst>
          </p:cNvPr>
          <p:cNvSpPr>
            <a:spLocks noGrp="1"/>
          </p:cNvSpPr>
          <p:nvPr>
            <p:ph type="body" idx="15" hasCustomPrompt="1"/>
          </p:nvPr>
        </p:nvSpPr>
        <p:spPr>
          <a:xfrm>
            <a:off x="6132637" y="1708830"/>
            <a:ext cx="664405" cy="4204608"/>
          </a:xfrm>
        </p:spPr>
        <p:txBody>
          <a:bodyPr numCol="1" spcCol="360000">
            <a:normAutofit/>
          </a:bodyPr>
          <a:lstStyle>
            <a:lvl1pPr marL="0" indent="0" algn="r">
              <a:spcBef>
                <a:spcPts val="600"/>
              </a:spcBef>
              <a:spcAft>
                <a:spcPts val="600"/>
              </a:spcAft>
              <a:buClr>
                <a:schemeClr val="bg2"/>
              </a:buClr>
              <a:buFont typeface="+mj-lt"/>
              <a:buNone/>
              <a:defRPr sz="2400" b="0">
                <a:solidFill>
                  <a:schemeClr val="tx2">
                    <a:lumMod val="50000"/>
                  </a:schemeClr>
                </a:solidFill>
              </a:defRPr>
            </a:lvl1pPr>
            <a:lvl2pPr>
              <a:spcAft>
                <a:spcPts val="600"/>
              </a:spcAft>
              <a:defRPr sz="2000" b="1">
                <a:solidFill>
                  <a:schemeClr val="tx2">
                    <a:lumMod val="50000"/>
                  </a:schemeClr>
                </a:solidFill>
              </a:defRPr>
            </a:lvl2pPr>
            <a:lvl3pPr>
              <a:defRPr sz="2000" b="1">
                <a:solidFill>
                  <a:schemeClr val="tx2">
                    <a:lumMod val="50000"/>
                  </a:schemeClr>
                </a:solidFill>
              </a:defRPr>
            </a:lvl3pPr>
            <a:lvl4pPr>
              <a:defRPr sz="1800" b="1">
                <a:solidFill>
                  <a:schemeClr val="tx2">
                    <a:lumMod val="50000"/>
                  </a:schemeClr>
                </a:solidFill>
              </a:defRPr>
            </a:lvl4pPr>
            <a:lvl5pPr>
              <a:defRPr sz="1800" b="1"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GB"/>
              <a:t>X</a:t>
            </a:r>
          </a:p>
          <a:p>
            <a:pPr lvl="0"/>
            <a:endParaRPr lang="en-GB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EA8C7E29-42A4-2542-6547-ACCD8C92B2B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7368539" y="366371"/>
            <a:ext cx="4307523" cy="5530549"/>
          </a:xfrm>
          <a:prstGeom prst="roundRect">
            <a:avLst>
              <a:gd name="adj" fmla="val 309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lstStyle>
            <a:lvl1pPr algn="ctr">
              <a:defRPr sz="1400" b="0" i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96192730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555173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9435620D-DE1F-DC40-82F8-A5A9DDA81D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5938" y="961078"/>
            <a:ext cx="11154344" cy="343847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3895703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BF64A8-1A66-3E4E-A12E-9D18479792C2}"/>
              </a:ext>
            </a:extLst>
          </p:cNvPr>
          <p:cNvSpPr/>
          <p:nvPr userDrawn="1"/>
        </p:nvSpPr>
        <p:spPr>
          <a:xfrm>
            <a:off x="0" y="0"/>
            <a:ext cx="131545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‹#›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/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246692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– Dark">
    <p:bg>
      <p:bgPr>
        <a:solidFill>
          <a:schemeClr val="tx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B948F206-DEEB-5B40-8BA7-143941F2CA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592778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88796DB6-82EE-924E-8976-7DE150CB2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fld id="{AB746B08-255A-2748-8A21-40BE94A17FD1}" type="slidenum">
              <a:rPr lang="en-GB" smtClean="0"/>
              <a:pPr/>
              <a:t>‹#›</a:t>
            </a:fld>
            <a:endParaRPr lang="en-GB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79063F7-9F88-FC43-9097-EF2C6F300361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ooter Placeholder 1">
            <a:extLst>
              <a:ext uri="{FF2B5EF4-FFF2-40B4-BE49-F238E27FC236}">
                <a16:creationId xmlns:a16="http://schemas.microsoft.com/office/drawing/2014/main" id="{281141B5-1A99-0843-88B3-4F5177BD84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6" name="Picture 11">
            <a:extLst>
              <a:ext uri="{FF2B5EF4-FFF2-40B4-BE49-F238E27FC236}">
                <a16:creationId xmlns:a16="http://schemas.microsoft.com/office/drawing/2014/main" id="{508725E1-F5D8-1549-93C5-514E8AE593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581880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Key Stat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3000" b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9290FAF2-2869-2B9B-5880-4EE57045BC4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8828" y="1249683"/>
            <a:ext cx="11208352" cy="2690816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sz="11500">
                <a:solidFill>
                  <a:schemeClr val="bg1"/>
                </a:solidFill>
              </a:defRPr>
            </a:lvl1pPr>
          </a:lstStyle>
          <a:p>
            <a:r>
              <a:rPr lang="en-GB"/>
              <a:t>XXXXXX</a:t>
            </a:r>
          </a:p>
        </p:txBody>
      </p:sp>
      <p:sp>
        <p:nvSpPr>
          <p:cNvPr id="8" name="Slide Number Placeholder 2">
            <a:extLst>
              <a:ext uri="{FF2B5EF4-FFF2-40B4-BE49-F238E27FC236}">
                <a16:creationId xmlns:a16="http://schemas.microsoft.com/office/drawing/2014/main" id="{0F9BA01A-4636-2441-F8D0-2E265BF7D8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15937" y="6353142"/>
            <a:ext cx="261630" cy="136526"/>
          </a:xfrm>
          <a:prstGeom prst="rect">
            <a:avLst/>
          </a:prstGeom>
        </p:spPr>
        <p:txBody>
          <a:bodyPr anchor="b"/>
          <a:lstStyle>
            <a:lvl1pPr>
              <a:defRPr sz="800"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fld id="{AB746B08-255A-2748-8A21-40BE94A17FD1}" type="slidenum">
              <a:rPr lang="en-GB" smtClean="0"/>
              <a:pPr/>
              <a:t>‹#›</a:t>
            </a:fld>
            <a:endParaRPr lang="en-GB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C751308-8682-E296-A343-1719555B3C95}"/>
              </a:ext>
            </a:extLst>
          </p:cNvPr>
          <p:cNvCxnSpPr>
            <a:cxnSpLocks/>
          </p:cNvCxnSpPr>
          <p:nvPr userDrawn="1"/>
        </p:nvCxnSpPr>
        <p:spPr>
          <a:xfrm>
            <a:off x="515937" y="6293461"/>
            <a:ext cx="10019791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Footer Placeholder 1">
            <a:extLst>
              <a:ext uri="{FF2B5EF4-FFF2-40B4-BE49-F238E27FC236}">
                <a16:creationId xmlns:a16="http://schemas.microsoft.com/office/drawing/2014/main" id="{A1AFB23D-B299-93C8-2304-575B5ED936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77567" y="6353142"/>
            <a:ext cx="4114800" cy="136526"/>
          </a:xfrm>
          <a:prstGeom prst="rect">
            <a:avLst/>
          </a:prstGeom>
        </p:spPr>
        <p:txBody>
          <a:bodyPr anchor="b"/>
          <a:lstStyle>
            <a:lvl1pPr>
              <a:defRPr sz="800"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GB"/>
              <a:t>Presentation Footer</a:t>
            </a:r>
          </a:p>
        </p:txBody>
      </p:sp>
      <p:pic>
        <p:nvPicPr>
          <p:cNvPr id="15" name="Picture 11">
            <a:extLst>
              <a:ext uri="{FF2B5EF4-FFF2-40B4-BE49-F238E27FC236}">
                <a16:creationId xmlns:a16="http://schemas.microsoft.com/office/drawing/2014/main" id="{A4BBC3E9-F3A2-C188-5A3A-9D714331C86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0633506" y="6109976"/>
            <a:ext cx="1036776" cy="381653"/>
          </a:xfrm>
          <a:prstGeom prst="rect">
            <a:avLst/>
          </a:prstGeom>
        </p:spPr>
      </p:pic>
      <p:sp>
        <p:nvSpPr>
          <p:cNvPr id="16" name="Text Placeholder 6">
            <a:extLst>
              <a:ext uri="{FF2B5EF4-FFF2-40B4-BE49-F238E27FC236}">
                <a16:creationId xmlns:a16="http://schemas.microsoft.com/office/drawing/2014/main" id="{64AB32E5-85C1-B8E6-505F-2580C9B2E9EE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5936" y="4053840"/>
            <a:ext cx="6364924" cy="1668779"/>
          </a:xfrm>
        </p:spPr>
        <p:txBody>
          <a:bodyPr>
            <a:noAutofit/>
          </a:bodyPr>
          <a:lstStyle>
            <a:lvl1pPr>
              <a:defRPr sz="2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506546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 13" descr="FD_02_bleu.pn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gray">
          <a:xfrm>
            <a:off x="0" y="0"/>
            <a:ext cx="12192000" cy="5157788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8" y="5265204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pic>
        <p:nvPicPr>
          <p:cNvPr id="20" name="Image 19" descr="Bas_couv.png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1" y="5172520"/>
            <a:ext cx="4847167" cy="1685480"/>
          </a:xfrm>
          <a:prstGeom prst="rect">
            <a:avLst/>
          </a:prstGeom>
        </p:spPr>
      </p:pic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24419" y="1036800"/>
            <a:ext cx="6432549" cy="223200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2800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6900"/>
              </a:spcBef>
              <a:defRPr sz="2000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GB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24419" y="3585600"/>
            <a:ext cx="6432548" cy="1479600"/>
          </a:xfrm>
          <a:prstGeom prst="rect">
            <a:avLst/>
          </a:prstGeo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000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6900"/>
              </a:spcBef>
              <a:defRPr sz="2000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GB" noProof="0"/>
              <a:t>SUBTITLE</a:t>
            </a:r>
          </a:p>
        </p:txBody>
      </p:sp>
      <p:sp>
        <p:nvSpPr>
          <p:cNvPr id="10" name="Espace réservé de la date 9"/>
          <p:cNvSpPr>
            <a:spLocks noGrp="1"/>
          </p:cNvSpPr>
          <p:nvPr>
            <p:ph type="dt" sz="half" idx="15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>
            <a:lvl1pPr>
              <a:defRPr sz="1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GB" noProof="0"/>
              <a:t>Page: </a:t>
            </a:r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2" name="Espace réservé du pied de page 11"/>
          <p:cNvSpPr>
            <a:spLocks noGrp="1"/>
          </p:cNvSpPr>
          <p:nvPr>
            <p:ph type="ftr" sz="quarter" idx="17"/>
          </p:nvPr>
        </p:nvSpPr>
        <p:spPr bwMode="gray">
          <a:xfrm>
            <a:off x="624417" y="524188"/>
            <a:ext cx="6432551" cy="360000"/>
          </a:xfrm>
          <a:prstGeom prst="rect">
            <a:avLst/>
          </a:prstGeom>
        </p:spPr>
        <p:txBody>
          <a:bodyPr/>
          <a:lstStyle>
            <a:lvl1pPr algn="l">
              <a:defRPr sz="1800" b="0">
                <a:solidFill>
                  <a:schemeClr val="bg1"/>
                </a:solidFill>
              </a:defRPr>
            </a:lvl1pPr>
          </a:lstStyle>
          <a:p>
            <a:endParaRPr lang="en-GB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4847168" y="6021388"/>
            <a:ext cx="6817784" cy="324000"/>
          </a:xfrm>
          <a:prstGeom prst="rect">
            <a:avLst/>
          </a:prstGeom>
        </p:spPr>
        <p:txBody>
          <a:bodyPr anchor="b" anchorCtr="0"/>
          <a:lstStyle>
            <a:lvl1pPr algn="r">
              <a:lnSpc>
                <a:spcPct val="100000"/>
              </a:lnSpc>
              <a:defRPr sz="1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GB" noProof="0"/>
              <a:t>Write your claim here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4847167" y="6354203"/>
            <a:ext cx="6817784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GB" sz="10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8" name="Rectangle 17"/>
          <p:cNvSpPr/>
          <p:nvPr userDrawn="1"/>
        </p:nvSpPr>
        <p:spPr bwMode="gray">
          <a:xfrm>
            <a:off x="624417" y="3391895"/>
            <a:ext cx="326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</p:spTree>
    <p:extLst>
      <p:ext uri="{BB962C8B-B14F-4D97-AF65-F5344CB8AC3E}">
        <p14:creationId xmlns:p14="http://schemas.microsoft.com/office/powerpoint/2010/main" val="346252586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Image 20" descr="FD_1_L254.pn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gray">
          <a:xfrm>
            <a:off x="1" y="0"/>
            <a:ext cx="12192000" cy="5157788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8" y="5265204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pic>
        <p:nvPicPr>
          <p:cNvPr id="20" name="Image 19" descr="Bas_couv.png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1" y="5172520"/>
            <a:ext cx="4847167" cy="1685480"/>
          </a:xfrm>
          <a:prstGeom prst="rect">
            <a:avLst/>
          </a:prstGeom>
        </p:spPr>
      </p:pic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24000" y="1036800"/>
            <a:ext cx="6432549" cy="223200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2800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6900"/>
              </a:spcBef>
              <a:defRPr sz="2000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GB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24419" y="3585600"/>
            <a:ext cx="4790400" cy="1479600"/>
          </a:xfrm>
          <a:prstGeom prst="rect">
            <a:avLst/>
          </a:prstGeo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000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6900"/>
              </a:spcBef>
              <a:defRPr sz="2000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GB" noProof="0"/>
              <a:t>SUBTITLE</a:t>
            </a:r>
          </a:p>
        </p:txBody>
      </p:sp>
      <p:sp>
        <p:nvSpPr>
          <p:cNvPr id="10" name="Espace réservé de la date 9"/>
          <p:cNvSpPr>
            <a:spLocks noGrp="1"/>
          </p:cNvSpPr>
          <p:nvPr>
            <p:ph type="dt" sz="half" idx="15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>
            <a:lvl1pPr>
              <a:defRPr sz="1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GB" noProof="0"/>
              <a:t>Page: </a:t>
            </a:r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2" name="Espace réservé du pied de page 11"/>
          <p:cNvSpPr>
            <a:spLocks noGrp="1"/>
          </p:cNvSpPr>
          <p:nvPr>
            <p:ph type="ftr" sz="quarter" idx="17"/>
          </p:nvPr>
        </p:nvSpPr>
        <p:spPr bwMode="gray">
          <a:xfrm>
            <a:off x="624417" y="524188"/>
            <a:ext cx="6432551" cy="360000"/>
          </a:xfrm>
          <a:prstGeom prst="rect">
            <a:avLst/>
          </a:prstGeom>
        </p:spPr>
        <p:txBody>
          <a:bodyPr/>
          <a:lstStyle>
            <a:lvl1pPr algn="l">
              <a:defRPr sz="1800" b="0">
                <a:solidFill>
                  <a:schemeClr val="bg1"/>
                </a:solidFill>
              </a:defRPr>
            </a:lvl1pPr>
          </a:lstStyle>
          <a:p>
            <a:endParaRPr lang="en-GB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4847168" y="6021388"/>
            <a:ext cx="6817784" cy="324000"/>
          </a:xfrm>
          <a:prstGeom prst="rect">
            <a:avLst/>
          </a:prstGeom>
        </p:spPr>
        <p:txBody>
          <a:bodyPr anchor="b" anchorCtr="0"/>
          <a:lstStyle>
            <a:lvl1pPr algn="r">
              <a:lnSpc>
                <a:spcPct val="100000"/>
              </a:lnSpc>
              <a:defRPr sz="1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GB" noProof="0"/>
              <a:t>Write your claim here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4847167" y="6354203"/>
            <a:ext cx="6817784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GB" sz="10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>
              <a:defRPr sz="100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GB" noProof="0"/>
              <a:t> </a:t>
            </a:r>
          </a:p>
        </p:txBody>
      </p:sp>
      <p:sp>
        <p:nvSpPr>
          <p:cNvPr id="18" name="Espace réservé pour une image  17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5590117" y="0"/>
            <a:ext cx="6601883" cy="5162400"/>
          </a:xfrm>
          <a:custGeom>
            <a:avLst/>
            <a:gdLst>
              <a:gd name="connsiteX0" fmla="*/ 0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0 w 3851275"/>
              <a:gd name="connsiteY4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1692275 w 3851275"/>
              <a:gd name="connsiteY4" fmla="*/ 0 h 5157788"/>
              <a:gd name="connsiteX0" fmla="*/ 0 w 2159000"/>
              <a:gd name="connsiteY0" fmla="*/ 0 h 5157788"/>
              <a:gd name="connsiteX1" fmla="*/ 2159000 w 2159000"/>
              <a:gd name="connsiteY1" fmla="*/ 0 h 5157788"/>
              <a:gd name="connsiteX2" fmla="*/ 2159000 w 2159000"/>
              <a:gd name="connsiteY2" fmla="*/ 5157788 h 5157788"/>
              <a:gd name="connsiteX3" fmla="*/ 0 w 2159000"/>
              <a:gd name="connsiteY3" fmla="*/ 5157788 h 5157788"/>
              <a:gd name="connsiteX4" fmla="*/ 0 w 2159000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3568576 w 5727576"/>
              <a:gd name="connsiteY0" fmla="*/ 0 h 5157788"/>
              <a:gd name="connsiteX1" fmla="*/ 5727576 w 5727576"/>
              <a:gd name="connsiteY1" fmla="*/ 0 h 5157788"/>
              <a:gd name="connsiteX2" fmla="*/ 5727576 w 5727576"/>
              <a:gd name="connsiteY2" fmla="*/ 5157788 h 5157788"/>
              <a:gd name="connsiteX3" fmla="*/ 3568576 w 5727576"/>
              <a:gd name="connsiteY3" fmla="*/ 5157788 h 5157788"/>
              <a:gd name="connsiteX4" fmla="*/ 3568576 w 5727576"/>
              <a:gd name="connsiteY4" fmla="*/ 0 h 5157788"/>
              <a:gd name="connsiteX0" fmla="*/ 3306355 w 5465355"/>
              <a:gd name="connsiteY0" fmla="*/ 0 h 5157788"/>
              <a:gd name="connsiteX1" fmla="*/ 5465355 w 5465355"/>
              <a:gd name="connsiteY1" fmla="*/ 0 h 5157788"/>
              <a:gd name="connsiteX2" fmla="*/ 5465355 w 5465355"/>
              <a:gd name="connsiteY2" fmla="*/ 5157788 h 5157788"/>
              <a:gd name="connsiteX3" fmla="*/ 3306355 w 5465355"/>
              <a:gd name="connsiteY3" fmla="*/ 5157788 h 5157788"/>
              <a:gd name="connsiteX4" fmla="*/ 3306355 w 5465355"/>
              <a:gd name="connsiteY4" fmla="*/ 0 h 5157788"/>
              <a:gd name="connsiteX0" fmla="*/ 1416957 w 3575957"/>
              <a:gd name="connsiteY0" fmla="*/ 0 h 5157788"/>
              <a:gd name="connsiteX1" fmla="*/ 3575957 w 3575957"/>
              <a:gd name="connsiteY1" fmla="*/ 0 h 5157788"/>
              <a:gd name="connsiteX2" fmla="*/ 3575957 w 3575957"/>
              <a:gd name="connsiteY2" fmla="*/ 5157788 h 5157788"/>
              <a:gd name="connsiteX3" fmla="*/ 1416957 w 3575957"/>
              <a:gd name="connsiteY3" fmla="*/ 5157788 h 5157788"/>
              <a:gd name="connsiteX4" fmla="*/ 0 w 3575957"/>
              <a:gd name="connsiteY4" fmla="*/ 3339193 h 5157788"/>
              <a:gd name="connsiteX5" fmla="*/ 1416957 w 3575957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6017419"/>
              <a:gd name="connsiteX1" fmla="*/ 3851275 w 3851275"/>
              <a:gd name="connsiteY1" fmla="*/ 0 h 6017419"/>
              <a:gd name="connsiteX2" fmla="*/ 3851275 w 3851275"/>
              <a:gd name="connsiteY2" fmla="*/ 5157788 h 6017419"/>
              <a:gd name="connsiteX3" fmla="*/ 1692275 w 3851275"/>
              <a:gd name="connsiteY3" fmla="*/ 5157788 h 6017419"/>
              <a:gd name="connsiteX4" fmla="*/ 0 w 3851275"/>
              <a:gd name="connsiteY4" fmla="*/ 3284984 h 6017419"/>
              <a:gd name="connsiteX5" fmla="*/ 1692275 w 3851275"/>
              <a:gd name="connsiteY5" fmla="*/ 0 h 6017419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04975 w 3863975"/>
              <a:gd name="connsiteY0" fmla="*/ 0 h 5157788"/>
              <a:gd name="connsiteX1" fmla="*/ 3863975 w 3863975"/>
              <a:gd name="connsiteY1" fmla="*/ 0 h 5157788"/>
              <a:gd name="connsiteX2" fmla="*/ 3863975 w 3863975"/>
              <a:gd name="connsiteY2" fmla="*/ 5157788 h 5157788"/>
              <a:gd name="connsiteX3" fmla="*/ 1704975 w 3863975"/>
              <a:gd name="connsiteY3" fmla="*/ 5157788 h 5157788"/>
              <a:gd name="connsiteX4" fmla="*/ 12700 w 3863975"/>
              <a:gd name="connsiteY4" fmla="*/ 3429000 h 5157788"/>
              <a:gd name="connsiteX5" fmla="*/ 1704975 w 3863975"/>
              <a:gd name="connsiteY5" fmla="*/ 0 h 5157788"/>
              <a:gd name="connsiteX0" fmla="*/ 1707243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707243 w 3866243"/>
              <a:gd name="connsiteY5" fmla="*/ 0 h 5157788"/>
              <a:gd name="connsiteX0" fmla="*/ 1130447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130447 w 3866243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3574235 w 6310031"/>
              <a:gd name="connsiteY0" fmla="*/ 0 h 5157788"/>
              <a:gd name="connsiteX1" fmla="*/ 6310031 w 6310031"/>
              <a:gd name="connsiteY1" fmla="*/ 0 h 5157788"/>
              <a:gd name="connsiteX2" fmla="*/ 6310031 w 6310031"/>
              <a:gd name="connsiteY2" fmla="*/ 5157788 h 5157788"/>
              <a:gd name="connsiteX3" fmla="*/ 585903 w 6310031"/>
              <a:gd name="connsiteY3" fmla="*/ 5153180 h 5157788"/>
              <a:gd name="connsiteX4" fmla="*/ 1738031 w 6310031"/>
              <a:gd name="connsiteY4" fmla="*/ 3389965 h 5157788"/>
              <a:gd name="connsiteX5" fmla="*/ 3574235 w 6310031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296143 w 5724128"/>
              <a:gd name="connsiteY4" fmla="*/ 3461908 h 5157788"/>
              <a:gd name="connsiteX5" fmla="*/ 2988332 w 5724128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1188132 w 5760132"/>
              <a:gd name="connsiteY4" fmla="*/ 3425937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2160240 w 4896036"/>
              <a:gd name="connsiteY0" fmla="*/ 0 h 5157788"/>
              <a:gd name="connsiteX1" fmla="*/ 4896036 w 4896036"/>
              <a:gd name="connsiteY1" fmla="*/ 0 h 5157788"/>
              <a:gd name="connsiteX2" fmla="*/ 4896036 w 4896036"/>
              <a:gd name="connsiteY2" fmla="*/ 5157788 h 5157788"/>
              <a:gd name="connsiteX3" fmla="*/ 0 w 4896036"/>
              <a:gd name="connsiteY3" fmla="*/ 5153180 h 5157788"/>
              <a:gd name="connsiteX4" fmla="*/ 1872208 w 4896036"/>
              <a:gd name="connsiteY4" fmla="*/ 3461908 h 5157788"/>
              <a:gd name="connsiteX5" fmla="*/ 2160240 w 4896036"/>
              <a:gd name="connsiteY5" fmla="*/ 0 h 5157788"/>
              <a:gd name="connsiteX0" fmla="*/ 2232248 w 4968044"/>
              <a:gd name="connsiteY0" fmla="*/ 0 h 5157788"/>
              <a:gd name="connsiteX1" fmla="*/ 4968044 w 4968044"/>
              <a:gd name="connsiteY1" fmla="*/ 0 h 5157788"/>
              <a:gd name="connsiteX2" fmla="*/ 4968044 w 4968044"/>
              <a:gd name="connsiteY2" fmla="*/ 5157788 h 5157788"/>
              <a:gd name="connsiteX3" fmla="*/ 0 w 4968044"/>
              <a:gd name="connsiteY3" fmla="*/ 5153180 h 5157788"/>
              <a:gd name="connsiteX4" fmla="*/ 1944216 w 4968044"/>
              <a:gd name="connsiteY4" fmla="*/ 3461908 h 5157788"/>
              <a:gd name="connsiteX5" fmla="*/ 2232248 w 4968044"/>
              <a:gd name="connsiteY5" fmla="*/ 0 h 5157788"/>
              <a:gd name="connsiteX0" fmla="*/ 2207679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207679 w 4943475"/>
              <a:gd name="connsiteY5" fmla="*/ 0 h 5157788"/>
              <a:gd name="connsiteX0" fmla="*/ 2963763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963763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092200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71575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343583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9672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19672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51412" h="5157788">
                <a:moveTo>
                  <a:pt x="2706687" y="0"/>
                </a:moveTo>
                <a:lnTo>
                  <a:pt x="4951412" y="0"/>
                </a:lnTo>
                <a:lnTo>
                  <a:pt x="4951412" y="5157788"/>
                </a:lnTo>
                <a:lnTo>
                  <a:pt x="0" y="5153180"/>
                </a:lnTo>
                <a:cubicBezTo>
                  <a:pt x="84411" y="4542509"/>
                  <a:pt x="183041" y="4024723"/>
                  <a:pt x="1243508" y="2562613"/>
                </a:cubicBezTo>
                <a:cubicBezTo>
                  <a:pt x="1867447" y="1704780"/>
                  <a:pt x="2665955" y="709265"/>
                  <a:pt x="2706687" y="0"/>
                </a:cubicBezTo>
                <a:close/>
              </a:path>
            </a:pathLst>
          </a:custGeom>
          <a:solidFill>
            <a:schemeClr val="bg2"/>
          </a:solidFill>
          <a:ln w="3175">
            <a:noFill/>
          </a:ln>
        </p:spPr>
        <p:txBody>
          <a:bodyPr tIns="720000" anchor="ctr" anchorCtr="0"/>
          <a:lstStyle>
            <a:lvl1pPr algn="ctr"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noProof="0"/>
              <a:t>Select your own photo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24417" y="3391895"/>
            <a:ext cx="326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</p:spTree>
    <p:extLst>
      <p:ext uri="{BB962C8B-B14F-4D97-AF65-F5344CB8AC3E}">
        <p14:creationId xmlns:p14="http://schemas.microsoft.com/office/powerpoint/2010/main" val="395292683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A7E4A209-9A0F-41D6-8EDC-C53E93982E4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02889815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A7E4A209-9A0F-41D6-8EDC-C53E93982E4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Image 17" descr="FD_03_chap_110x190,5.png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gray">
          <a:xfrm>
            <a:off x="0" y="0"/>
            <a:ext cx="5279136" cy="6858000"/>
          </a:xfrm>
          <a:prstGeom prst="rect">
            <a:avLst/>
          </a:prstGeom>
        </p:spPr>
      </p:pic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4847166" y="1036639"/>
            <a:ext cx="6193367" cy="1268759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4847167" y="2574000"/>
            <a:ext cx="6193367" cy="34473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14" name="Espace réservé du texte 9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0" y="139974"/>
            <a:ext cx="3504000" cy="5017814"/>
          </a:xfrm>
          <a:prstGeom prst="rect">
            <a:avLst/>
          </a:prstGeom>
        </p:spPr>
        <p:txBody>
          <a:bodyPr/>
          <a:lstStyle>
            <a:lvl1pPr algn="r">
              <a:defRPr sz="16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0</a:t>
            </a:r>
          </a:p>
        </p:txBody>
      </p:sp>
      <p:sp>
        <p:nvSpPr>
          <p:cNvPr id="11" name="Espace réservé de la date 10"/>
          <p:cNvSpPr>
            <a:spLocks noGrp="1"/>
          </p:cNvSpPr>
          <p:nvPr>
            <p:ph type="dt" sz="half" idx="15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2" name="Espace réservé du numéro de diapositive 11"/>
          <p:cNvSpPr>
            <a:spLocks noGrp="1"/>
          </p:cNvSpPr>
          <p:nvPr>
            <p:ph type="sldNum" sz="quarter" idx="16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3" name="Espace réservé du pied de page 12"/>
          <p:cNvSpPr>
            <a:spLocks noGrp="1"/>
          </p:cNvSpPr>
          <p:nvPr>
            <p:ph type="ftr" sz="quarter" idx="17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4848000" y="2377741"/>
            <a:ext cx="2111557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</p:spTree>
    <p:extLst>
      <p:ext uri="{BB962C8B-B14F-4D97-AF65-F5344CB8AC3E}">
        <p14:creationId xmlns:p14="http://schemas.microsoft.com/office/powerpoint/2010/main" val="70458289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C3BC93C1-75DA-4825-B125-1C0E223E4C0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29479286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C3BC93C1-75DA-4825-B125-1C0E223E4C0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4847861" y="1304926"/>
            <a:ext cx="6192672" cy="4716463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9" name="Espace réservé pour une image 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0" y="1341438"/>
            <a:ext cx="4558717" cy="4679950"/>
          </a:xfrm>
          <a:prstGeom prst="rect">
            <a:avLst/>
          </a:prstGeo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GB" noProof="0"/>
              <a:t>Select your own photo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2" name="Espace réservé du pied de page 11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377508850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D8B29E4-757A-4A07-A36B-6968B8FB499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21125723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D8B29E4-757A-4A07-A36B-6968B8FB499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1246717" y="1304926"/>
            <a:ext cx="4752000" cy="4716463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2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288533" y="1304926"/>
            <a:ext cx="4752000" cy="4716463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50887680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5ED53B1-E169-4303-AA3F-C59DC8CB9C1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07105632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5ED53B1-E169-4303-AA3F-C59DC8CB9C1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1246717" y="2781388"/>
            <a:ext cx="9793816" cy="324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1246717" y="1304924"/>
            <a:ext cx="9793816" cy="12600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76730819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&amp;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622579B-0567-4508-80AC-90F455B3B0C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52261434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622579B-0567-4508-80AC-90F455B3B0C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1246717" y="2781388"/>
            <a:ext cx="5856000" cy="324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1246717" y="1304924"/>
            <a:ext cx="9793816" cy="12600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7392533" y="2781388"/>
            <a:ext cx="3648000" cy="3240000"/>
          </a:xfrm>
          <a:prstGeom prst="rect">
            <a:avLst/>
          </a:prstGeo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GB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2884224295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F05927A-6B3A-485E-95BB-9F563FA747F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83690570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F05927A-6B3A-485E-95BB-9F563FA747F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1246717" y="2781388"/>
            <a:ext cx="4752000" cy="324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1246717" y="1304924"/>
            <a:ext cx="9793816" cy="12600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2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6288533" y="2781388"/>
            <a:ext cx="4752000" cy="324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1977159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3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56DFAB2E-9183-430E-BDA4-849F8DFD8BD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85920089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56DFAB2E-9183-430E-BDA4-849F8DFD8BD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1246717" y="2781388"/>
            <a:ext cx="3072000" cy="324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1246717" y="1304924"/>
            <a:ext cx="9793816" cy="12600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3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4607625" y="2781388"/>
            <a:ext cx="3072000" cy="324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8" hasCustomPrompt="1"/>
          </p:nvPr>
        </p:nvSpPr>
        <p:spPr bwMode="gray">
          <a:xfrm>
            <a:off x="7968533" y="2781388"/>
            <a:ext cx="3072000" cy="324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92861131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F3DDBF28-16FE-4E31-99DE-F9E3CAAA3D2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58518628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F3DDBF28-16FE-4E31-99DE-F9E3CAAA3D2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1246717" y="1304924"/>
            <a:ext cx="4752000" cy="225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2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288533" y="1304925"/>
            <a:ext cx="4752000" cy="225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13" name="Espace réservé du contenu 2"/>
          <p:cNvSpPr>
            <a:spLocks noGrp="1"/>
          </p:cNvSpPr>
          <p:nvPr>
            <p:ph idx="14" hasCustomPrompt="1"/>
          </p:nvPr>
        </p:nvSpPr>
        <p:spPr bwMode="gray">
          <a:xfrm>
            <a:off x="1246717" y="3771388"/>
            <a:ext cx="4752000" cy="225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5" hasCustomPrompt="1"/>
          </p:nvPr>
        </p:nvSpPr>
        <p:spPr bwMode="gray">
          <a:xfrm>
            <a:off x="6288533" y="3771388"/>
            <a:ext cx="4752000" cy="2250000"/>
          </a:xfrm>
          <a:prstGeom prst="rect">
            <a:avLst/>
          </a:prstGeo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3470279395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7254F9C9-0BEB-4582-91F9-973481CD51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42360957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7254F9C9-0BEB-4582-91F9-973481CD51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1246717" y="1341438"/>
            <a:ext cx="9793816" cy="4679950"/>
          </a:xfrm>
          <a:prstGeom prst="rect">
            <a:avLst/>
          </a:prstGeo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GB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1565672747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7FB9E292-DBA2-46B2-8DFA-09E5C550EA9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91220832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7FB9E292-DBA2-46B2-8DFA-09E5C550EA9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1246717" y="1304924"/>
            <a:ext cx="9793816" cy="93662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1246717" y="2241550"/>
            <a:ext cx="4752000" cy="3240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accent1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1246717" y="2565550"/>
            <a:ext cx="4752000" cy="1350000"/>
          </a:xfrm>
          <a:prstGeom prst="rect">
            <a:avLst/>
          </a:prstGeom>
          <a:ln w="9525">
            <a:solidFill>
              <a:schemeClr val="accent1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288533" y="2241550"/>
            <a:ext cx="4752000" cy="3240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288533" y="2565550"/>
            <a:ext cx="4752000" cy="1350000"/>
          </a:xfrm>
          <a:prstGeom prst="rect">
            <a:avLst/>
          </a:prstGeom>
          <a:ln w="9525">
            <a:solidFill>
              <a:schemeClr val="accent2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  <p:sp>
        <p:nvSpPr>
          <p:cNvPr id="25" name="Espace réservé du texte 9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1246717" y="4131488"/>
            <a:ext cx="4752000" cy="324000"/>
          </a:xfrm>
          <a:prstGeom prst="rect">
            <a:avLst/>
          </a:prstGeom>
          <a:solidFill>
            <a:schemeClr val="accent3"/>
          </a:solidFill>
          <a:ln w="9525">
            <a:solidFill>
              <a:schemeClr val="accent3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26" name="Espace réservé du texte 9"/>
          <p:cNvSpPr>
            <a:spLocks noGrp="1"/>
          </p:cNvSpPr>
          <p:nvPr>
            <p:ph type="body" sz="quarter" idx="24" hasCustomPrompt="1"/>
          </p:nvPr>
        </p:nvSpPr>
        <p:spPr bwMode="gray">
          <a:xfrm>
            <a:off x="1246717" y="4455488"/>
            <a:ext cx="4752000" cy="1350000"/>
          </a:xfrm>
          <a:prstGeom prst="rect">
            <a:avLst/>
          </a:prstGeom>
          <a:ln w="9525">
            <a:solidFill>
              <a:schemeClr val="accent3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  <p:sp>
        <p:nvSpPr>
          <p:cNvPr id="27" name="Espace réservé du texte 9"/>
          <p:cNvSpPr>
            <a:spLocks noGrp="1"/>
          </p:cNvSpPr>
          <p:nvPr>
            <p:ph type="body" sz="quarter" idx="25" hasCustomPrompt="1"/>
          </p:nvPr>
        </p:nvSpPr>
        <p:spPr bwMode="gray">
          <a:xfrm>
            <a:off x="6288533" y="4131488"/>
            <a:ext cx="4752000" cy="324000"/>
          </a:xfrm>
          <a:prstGeom prst="rect">
            <a:avLst/>
          </a:prstGeom>
          <a:solidFill>
            <a:schemeClr val="bg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28" name="Espace réservé du texte 9"/>
          <p:cNvSpPr>
            <a:spLocks noGrp="1"/>
          </p:cNvSpPr>
          <p:nvPr>
            <p:ph type="body" sz="quarter" idx="26" hasCustomPrompt="1"/>
          </p:nvPr>
        </p:nvSpPr>
        <p:spPr bwMode="gray">
          <a:xfrm>
            <a:off x="6288533" y="4455488"/>
            <a:ext cx="4752000" cy="1350000"/>
          </a:xfrm>
          <a:prstGeom prst="rect">
            <a:avLst/>
          </a:prstGeom>
          <a:ln w="9525">
            <a:solidFill>
              <a:schemeClr val="bg2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02345033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C3927D37-2A7F-4B1E-880F-5D029158D2E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03936658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C3927D37-2A7F-4B1E-880F-5D029158D2E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1246717" y="1341438"/>
            <a:ext cx="1920000" cy="7920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accent1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3168000" y="1341438"/>
            <a:ext cx="7872533" cy="792000"/>
          </a:xfrm>
          <a:prstGeom prst="rect">
            <a:avLst/>
          </a:prstGeom>
          <a:ln w="9525">
            <a:solidFill>
              <a:schemeClr val="accent1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  <p:sp>
        <p:nvSpPr>
          <p:cNvPr id="16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1246717" y="2349555"/>
            <a:ext cx="1920000" cy="7920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17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3168000" y="2349555"/>
            <a:ext cx="7872533" cy="792000"/>
          </a:xfrm>
          <a:prstGeom prst="rect">
            <a:avLst/>
          </a:prstGeom>
          <a:ln w="9525">
            <a:solidFill>
              <a:schemeClr val="accent2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  <p:sp>
        <p:nvSpPr>
          <p:cNvPr id="18" name="Espace réservé du texte 9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1246717" y="3357672"/>
            <a:ext cx="1920000" cy="792000"/>
          </a:xfrm>
          <a:prstGeom prst="rect">
            <a:avLst/>
          </a:prstGeom>
          <a:solidFill>
            <a:schemeClr val="accent3"/>
          </a:solidFill>
          <a:ln w="9525">
            <a:solidFill>
              <a:schemeClr val="accent3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19" name="Espace réservé du texte 9"/>
          <p:cNvSpPr>
            <a:spLocks noGrp="1"/>
          </p:cNvSpPr>
          <p:nvPr>
            <p:ph type="body" sz="quarter" idx="24" hasCustomPrompt="1"/>
          </p:nvPr>
        </p:nvSpPr>
        <p:spPr bwMode="gray">
          <a:xfrm>
            <a:off x="3168000" y="3357672"/>
            <a:ext cx="7872533" cy="792000"/>
          </a:xfrm>
          <a:prstGeom prst="rect">
            <a:avLst/>
          </a:prstGeom>
          <a:ln w="9525">
            <a:solidFill>
              <a:schemeClr val="accent3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  <p:sp>
        <p:nvSpPr>
          <p:cNvPr id="20" name="Espace réservé du texte 9"/>
          <p:cNvSpPr>
            <a:spLocks noGrp="1"/>
          </p:cNvSpPr>
          <p:nvPr>
            <p:ph type="body" sz="quarter" idx="25" hasCustomPrompt="1"/>
          </p:nvPr>
        </p:nvSpPr>
        <p:spPr bwMode="gray">
          <a:xfrm>
            <a:off x="1246717" y="4365788"/>
            <a:ext cx="1920000" cy="792000"/>
          </a:xfrm>
          <a:prstGeom prst="rect">
            <a:avLst/>
          </a:prstGeom>
          <a:solidFill>
            <a:schemeClr val="bg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29" name="Espace réservé du texte 9"/>
          <p:cNvSpPr>
            <a:spLocks noGrp="1"/>
          </p:cNvSpPr>
          <p:nvPr>
            <p:ph type="body" sz="quarter" idx="26" hasCustomPrompt="1"/>
          </p:nvPr>
        </p:nvSpPr>
        <p:spPr bwMode="gray">
          <a:xfrm>
            <a:off x="3168000" y="4365788"/>
            <a:ext cx="7872533" cy="792000"/>
          </a:xfrm>
          <a:prstGeom prst="rect">
            <a:avLst/>
          </a:prstGeom>
          <a:ln w="9525">
            <a:solidFill>
              <a:schemeClr val="bg2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4247032709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55E8721C-CD81-4F66-A462-2FA30991096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31367803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1" imgH="381" progId="TCLayout.ActiveDocument.1">
                  <p:embed/>
                </p:oleObj>
              </mc:Choice>
              <mc:Fallback>
                <p:oleObj name="think-cell Slide" r:id="rId3" imgW="381" imgH="381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55E8721C-CD81-4F66-A462-2FA30991096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/>
          <a:lstStyle/>
          <a:p>
            <a:r>
              <a:rPr lang="en-GB" noProof="0"/>
              <a:t>TITLE</a:t>
            </a:r>
          </a:p>
        </p:txBody>
      </p:sp>
      <p:sp>
        <p:nvSpPr>
          <p:cNvPr id="8" name="Espace réservé de la date 7"/>
          <p:cNvSpPr>
            <a:spLocks noGrp="1"/>
          </p:cNvSpPr>
          <p:nvPr>
            <p:ph type="dt" sz="half" idx="14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pPr algn="l"/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1" name="Espace réservé du pied de page 10"/>
          <p:cNvSpPr>
            <a:spLocks noGrp="1"/>
          </p:cNvSpPr>
          <p:nvPr>
            <p:ph type="ftr" sz="quarter" idx="16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1246717" y="1341438"/>
            <a:ext cx="4752000" cy="335714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1246717" y="1665438"/>
            <a:ext cx="4752000" cy="4140050"/>
          </a:xfrm>
          <a:prstGeom prst="rect">
            <a:avLst/>
          </a:prstGeom>
          <a:ln w="9525">
            <a:solidFill>
              <a:schemeClr val="bg2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288533" y="1341438"/>
            <a:ext cx="4752000" cy="335714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GB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288533" y="1665438"/>
            <a:ext cx="4752000" cy="4140050"/>
          </a:xfrm>
          <a:prstGeom prst="rect">
            <a:avLst/>
          </a:prstGeom>
          <a:ln w="9525">
            <a:solidFill>
              <a:schemeClr val="bg2"/>
            </a:solidFill>
          </a:ln>
        </p:spPr>
        <p:txBody>
          <a:bodyPr tIns="72000"/>
          <a:lstStyle>
            <a:lvl1pPr marL="324000" indent="-180000">
              <a:lnSpc>
                <a:spcPct val="100000"/>
              </a:lnSpc>
              <a:spcBef>
                <a:spcPts val="300"/>
              </a:spcBef>
              <a:buClr>
                <a:schemeClr val="accent3"/>
              </a:buClr>
              <a:buFont typeface="Arial" pitchFamily="34" charset="0"/>
              <a:buChar char="•"/>
              <a:defRPr sz="1800">
                <a:solidFill>
                  <a:schemeClr val="tx1"/>
                </a:solidFill>
              </a:defRPr>
            </a:lvl1pPr>
            <a:lvl2pPr marL="504000">
              <a:buClr>
                <a:schemeClr val="tx1"/>
              </a:buClr>
              <a:defRPr sz="1600" b="0"/>
            </a:lvl2pPr>
            <a:lvl3pPr indent="0">
              <a:buNone/>
              <a:defRPr/>
            </a:lvl3pPr>
            <a:lvl4pPr marL="684000" indent="-180000">
              <a:buClr>
                <a:schemeClr val="tx1"/>
              </a:buClr>
              <a:buFont typeface="Arial" pitchFamily="34" charset="0"/>
              <a:buChar char="•"/>
              <a:defRPr sz="1400"/>
            </a:lvl4pPr>
          </a:lstStyle>
          <a:p>
            <a:pPr lvl="0"/>
            <a:r>
              <a:rPr lang="en-GB" noProof="0"/>
              <a:t>Text level 2</a:t>
            </a:r>
          </a:p>
          <a:p>
            <a:pPr lvl="1"/>
            <a:r>
              <a:rPr lang="en-GB" noProof="0"/>
              <a:t>Text level 3</a:t>
            </a:r>
          </a:p>
          <a:p>
            <a:pPr lvl="2"/>
            <a:r>
              <a:rPr lang="en-GB" noProof="0"/>
              <a:t>Text level 4</a:t>
            </a:r>
          </a:p>
          <a:p>
            <a:pPr lvl="3"/>
            <a:r>
              <a:rPr lang="en-GB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3445610649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Image 20" descr="Image_03.jp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 bwMode="gray">
          <a:xfrm>
            <a:off x="5424000" y="1"/>
            <a:ext cx="6768000" cy="5185751"/>
          </a:xfrm>
          <a:prstGeom prst="rect">
            <a:avLst/>
          </a:prstGeom>
        </p:spPr>
      </p:pic>
      <p:sp>
        <p:nvSpPr>
          <p:cNvPr id="14" name="Forme libre 13"/>
          <p:cNvSpPr/>
          <p:nvPr userDrawn="1"/>
        </p:nvSpPr>
        <p:spPr bwMode="gray">
          <a:xfrm>
            <a:off x="2" y="0"/>
            <a:ext cx="9199033" cy="5157788"/>
          </a:xfrm>
          <a:custGeom>
            <a:avLst/>
            <a:gdLst>
              <a:gd name="connsiteX0" fmla="*/ 0 w 6899275"/>
              <a:gd name="connsiteY0" fmla="*/ 0 h 5157788"/>
              <a:gd name="connsiteX1" fmla="*/ 6899275 w 6899275"/>
              <a:gd name="connsiteY1" fmla="*/ 0 h 5157788"/>
              <a:gd name="connsiteX2" fmla="*/ 5436096 w 6899275"/>
              <a:gd name="connsiteY2" fmla="*/ 2564905 h 5157788"/>
              <a:gd name="connsiteX3" fmla="*/ 4192589 w 6899275"/>
              <a:gd name="connsiteY3" fmla="*/ 5157788 h 5157788"/>
              <a:gd name="connsiteX4" fmla="*/ 0 w 6899275"/>
              <a:gd name="connsiteY4" fmla="*/ 5157788 h 515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99275" h="5157788">
                <a:moveTo>
                  <a:pt x="0" y="0"/>
                </a:moveTo>
                <a:lnTo>
                  <a:pt x="6899275" y="0"/>
                </a:lnTo>
                <a:cubicBezTo>
                  <a:pt x="6858543" y="709899"/>
                  <a:pt x="6060035" y="1706304"/>
                  <a:pt x="5436096" y="2564905"/>
                </a:cubicBezTo>
                <a:cubicBezTo>
                  <a:pt x="4375629" y="4028322"/>
                  <a:pt x="4276999" y="4546571"/>
                  <a:pt x="4192589" y="5157788"/>
                </a:cubicBezTo>
                <a:lnTo>
                  <a:pt x="0" y="5157788"/>
                </a:lnTo>
                <a:close/>
              </a:path>
            </a:pathLst>
          </a:custGeom>
          <a:blipFill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8" y="5265204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pic>
        <p:nvPicPr>
          <p:cNvPr id="20" name="Image 19" descr="Bas_couv.png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1" y="5172520"/>
            <a:ext cx="4847167" cy="1685480"/>
          </a:xfrm>
          <a:prstGeom prst="rect">
            <a:avLst/>
          </a:prstGeom>
        </p:spPr>
      </p:pic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24000" y="1036800"/>
            <a:ext cx="6432549" cy="223200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2800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6900"/>
              </a:spcBef>
              <a:defRPr sz="2000" b="1">
                <a:solidFill>
                  <a:schemeClr val="bg1"/>
                </a:solidFill>
              </a:defRPr>
            </a:lvl2pPr>
          </a:lstStyle>
          <a:p>
            <a:r>
              <a:rPr lang="en-GB"/>
              <a:t>THANK YOU</a:t>
            </a:r>
          </a:p>
        </p:txBody>
      </p:sp>
      <p:sp>
        <p:nvSpPr>
          <p:cNvPr id="10" name="Espace réservé de la date 9"/>
          <p:cNvSpPr>
            <a:spLocks noGrp="1"/>
          </p:cNvSpPr>
          <p:nvPr>
            <p:ph type="dt" sz="half" idx="15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>
            <a:lvl1pPr>
              <a:defRPr sz="1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GB" noProof="0"/>
              <a:t>Page: </a:t>
            </a:r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2" name="Espace réservé du pied de page 11"/>
          <p:cNvSpPr>
            <a:spLocks noGrp="1"/>
          </p:cNvSpPr>
          <p:nvPr>
            <p:ph type="ftr" sz="quarter" idx="17"/>
          </p:nvPr>
        </p:nvSpPr>
        <p:spPr bwMode="gray">
          <a:xfrm>
            <a:off x="624417" y="524188"/>
            <a:ext cx="6432551" cy="360000"/>
          </a:xfrm>
          <a:prstGeom prst="rect">
            <a:avLst/>
          </a:prstGeom>
        </p:spPr>
        <p:txBody>
          <a:bodyPr/>
          <a:lstStyle>
            <a:lvl1pPr algn="l">
              <a:defRPr sz="1800" b="0">
                <a:solidFill>
                  <a:schemeClr val="bg1"/>
                </a:solidFill>
              </a:defRPr>
            </a:lvl1pPr>
          </a:lstStyle>
          <a:p>
            <a:endParaRPr lang="en-GB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4847168" y="6021388"/>
            <a:ext cx="6817784" cy="324000"/>
          </a:xfrm>
          <a:prstGeom prst="rect">
            <a:avLst/>
          </a:prstGeom>
        </p:spPr>
        <p:txBody>
          <a:bodyPr anchor="b" anchorCtr="0"/>
          <a:lstStyle>
            <a:lvl1pPr algn="r">
              <a:lnSpc>
                <a:spcPct val="100000"/>
              </a:lnSpc>
              <a:defRPr sz="1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GB" noProof="0"/>
              <a:t>Write your claim here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4847167" y="6354203"/>
            <a:ext cx="6817784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GB" sz="10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24417" y="3391895"/>
            <a:ext cx="326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>
              <a:defRPr sz="100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GB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81275374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Image 20" descr="FD_1_L254.pn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gray">
          <a:xfrm>
            <a:off x="1" y="0"/>
            <a:ext cx="12192000" cy="5157788"/>
          </a:xfrm>
          <a:prstGeom prst="rect">
            <a:avLst/>
          </a:prstGeom>
        </p:spPr>
      </p:pic>
      <p:sp>
        <p:nvSpPr>
          <p:cNvPr id="18" name="Espace réservé pour une image  17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5590117" y="0"/>
            <a:ext cx="6601883" cy="5162400"/>
          </a:xfrm>
          <a:custGeom>
            <a:avLst/>
            <a:gdLst>
              <a:gd name="connsiteX0" fmla="*/ 0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0 w 3851275"/>
              <a:gd name="connsiteY4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1692275 w 3851275"/>
              <a:gd name="connsiteY4" fmla="*/ 0 h 5157788"/>
              <a:gd name="connsiteX0" fmla="*/ 0 w 2159000"/>
              <a:gd name="connsiteY0" fmla="*/ 0 h 5157788"/>
              <a:gd name="connsiteX1" fmla="*/ 2159000 w 2159000"/>
              <a:gd name="connsiteY1" fmla="*/ 0 h 5157788"/>
              <a:gd name="connsiteX2" fmla="*/ 2159000 w 2159000"/>
              <a:gd name="connsiteY2" fmla="*/ 5157788 h 5157788"/>
              <a:gd name="connsiteX3" fmla="*/ 0 w 2159000"/>
              <a:gd name="connsiteY3" fmla="*/ 5157788 h 5157788"/>
              <a:gd name="connsiteX4" fmla="*/ 0 w 2159000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3568576 w 5727576"/>
              <a:gd name="connsiteY0" fmla="*/ 0 h 5157788"/>
              <a:gd name="connsiteX1" fmla="*/ 5727576 w 5727576"/>
              <a:gd name="connsiteY1" fmla="*/ 0 h 5157788"/>
              <a:gd name="connsiteX2" fmla="*/ 5727576 w 5727576"/>
              <a:gd name="connsiteY2" fmla="*/ 5157788 h 5157788"/>
              <a:gd name="connsiteX3" fmla="*/ 3568576 w 5727576"/>
              <a:gd name="connsiteY3" fmla="*/ 5157788 h 5157788"/>
              <a:gd name="connsiteX4" fmla="*/ 3568576 w 5727576"/>
              <a:gd name="connsiteY4" fmla="*/ 0 h 5157788"/>
              <a:gd name="connsiteX0" fmla="*/ 3306355 w 5465355"/>
              <a:gd name="connsiteY0" fmla="*/ 0 h 5157788"/>
              <a:gd name="connsiteX1" fmla="*/ 5465355 w 5465355"/>
              <a:gd name="connsiteY1" fmla="*/ 0 h 5157788"/>
              <a:gd name="connsiteX2" fmla="*/ 5465355 w 5465355"/>
              <a:gd name="connsiteY2" fmla="*/ 5157788 h 5157788"/>
              <a:gd name="connsiteX3" fmla="*/ 3306355 w 5465355"/>
              <a:gd name="connsiteY3" fmla="*/ 5157788 h 5157788"/>
              <a:gd name="connsiteX4" fmla="*/ 3306355 w 5465355"/>
              <a:gd name="connsiteY4" fmla="*/ 0 h 5157788"/>
              <a:gd name="connsiteX0" fmla="*/ 1416957 w 3575957"/>
              <a:gd name="connsiteY0" fmla="*/ 0 h 5157788"/>
              <a:gd name="connsiteX1" fmla="*/ 3575957 w 3575957"/>
              <a:gd name="connsiteY1" fmla="*/ 0 h 5157788"/>
              <a:gd name="connsiteX2" fmla="*/ 3575957 w 3575957"/>
              <a:gd name="connsiteY2" fmla="*/ 5157788 h 5157788"/>
              <a:gd name="connsiteX3" fmla="*/ 1416957 w 3575957"/>
              <a:gd name="connsiteY3" fmla="*/ 5157788 h 5157788"/>
              <a:gd name="connsiteX4" fmla="*/ 0 w 3575957"/>
              <a:gd name="connsiteY4" fmla="*/ 3339193 h 5157788"/>
              <a:gd name="connsiteX5" fmla="*/ 1416957 w 3575957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6017419"/>
              <a:gd name="connsiteX1" fmla="*/ 3851275 w 3851275"/>
              <a:gd name="connsiteY1" fmla="*/ 0 h 6017419"/>
              <a:gd name="connsiteX2" fmla="*/ 3851275 w 3851275"/>
              <a:gd name="connsiteY2" fmla="*/ 5157788 h 6017419"/>
              <a:gd name="connsiteX3" fmla="*/ 1692275 w 3851275"/>
              <a:gd name="connsiteY3" fmla="*/ 5157788 h 6017419"/>
              <a:gd name="connsiteX4" fmla="*/ 0 w 3851275"/>
              <a:gd name="connsiteY4" fmla="*/ 3284984 h 6017419"/>
              <a:gd name="connsiteX5" fmla="*/ 1692275 w 3851275"/>
              <a:gd name="connsiteY5" fmla="*/ 0 h 6017419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04975 w 3863975"/>
              <a:gd name="connsiteY0" fmla="*/ 0 h 5157788"/>
              <a:gd name="connsiteX1" fmla="*/ 3863975 w 3863975"/>
              <a:gd name="connsiteY1" fmla="*/ 0 h 5157788"/>
              <a:gd name="connsiteX2" fmla="*/ 3863975 w 3863975"/>
              <a:gd name="connsiteY2" fmla="*/ 5157788 h 5157788"/>
              <a:gd name="connsiteX3" fmla="*/ 1704975 w 3863975"/>
              <a:gd name="connsiteY3" fmla="*/ 5157788 h 5157788"/>
              <a:gd name="connsiteX4" fmla="*/ 12700 w 3863975"/>
              <a:gd name="connsiteY4" fmla="*/ 3429000 h 5157788"/>
              <a:gd name="connsiteX5" fmla="*/ 1704975 w 3863975"/>
              <a:gd name="connsiteY5" fmla="*/ 0 h 5157788"/>
              <a:gd name="connsiteX0" fmla="*/ 1707243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707243 w 3866243"/>
              <a:gd name="connsiteY5" fmla="*/ 0 h 5157788"/>
              <a:gd name="connsiteX0" fmla="*/ 1130447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130447 w 3866243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3574235 w 6310031"/>
              <a:gd name="connsiteY0" fmla="*/ 0 h 5157788"/>
              <a:gd name="connsiteX1" fmla="*/ 6310031 w 6310031"/>
              <a:gd name="connsiteY1" fmla="*/ 0 h 5157788"/>
              <a:gd name="connsiteX2" fmla="*/ 6310031 w 6310031"/>
              <a:gd name="connsiteY2" fmla="*/ 5157788 h 5157788"/>
              <a:gd name="connsiteX3" fmla="*/ 585903 w 6310031"/>
              <a:gd name="connsiteY3" fmla="*/ 5153180 h 5157788"/>
              <a:gd name="connsiteX4" fmla="*/ 1738031 w 6310031"/>
              <a:gd name="connsiteY4" fmla="*/ 3389965 h 5157788"/>
              <a:gd name="connsiteX5" fmla="*/ 3574235 w 6310031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296143 w 5724128"/>
              <a:gd name="connsiteY4" fmla="*/ 3461908 h 5157788"/>
              <a:gd name="connsiteX5" fmla="*/ 2988332 w 5724128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1188132 w 5760132"/>
              <a:gd name="connsiteY4" fmla="*/ 3425937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2160240 w 4896036"/>
              <a:gd name="connsiteY0" fmla="*/ 0 h 5157788"/>
              <a:gd name="connsiteX1" fmla="*/ 4896036 w 4896036"/>
              <a:gd name="connsiteY1" fmla="*/ 0 h 5157788"/>
              <a:gd name="connsiteX2" fmla="*/ 4896036 w 4896036"/>
              <a:gd name="connsiteY2" fmla="*/ 5157788 h 5157788"/>
              <a:gd name="connsiteX3" fmla="*/ 0 w 4896036"/>
              <a:gd name="connsiteY3" fmla="*/ 5153180 h 5157788"/>
              <a:gd name="connsiteX4" fmla="*/ 1872208 w 4896036"/>
              <a:gd name="connsiteY4" fmla="*/ 3461908 h 5157788"/>
              <a:gd name="connsiteX5" fmla="*/ 2160240 w 4896036"/>
              <a:gd name="connsiteY5" fmla="*/ 0 h 5157788"/>
              <a:gd name="connsiteX0" fmla="*/ 2232248 w 4968044"/>
              <a:gd name="connsiteY0" fmla="*/ 0 h 5157788"/>
              <a:gd name="connsiteX1" fmla="*/ 4968044 w 4968044"/>
              <a:gd name="connsiteY1" fmla="*/ 0 h 5157788"/>
              <a:gd name="connsiteX2" fmla="*/ 4968044 w 4968044"/>
              <a:gd name="connsiteY2" fmla="*/ 5157788 h 5157788"/>
              <a:gd name="connsiteX3" fmla="*/ 0 w 4968044"/>
              <a:gd name="connsiteY3" fmla="*/ 5153180 h 5157788"/>
              <a:gd name="connsiteX4" fmla="*/ 1944216 w 4968044"/>
              <a:gd name="connsiteY4" fmla="*/ 3461908 h 5157788"/>
              <a:gd name="connsiteX5" fmla="*/ 2232248 w 4968044"/>
              <a:gd name="connsiteY5" fmla="*/ 0 h 5157788"/>
              <a:gd name="connsiteX0" fmla="*/ 2207679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207679 w 4943475"/>
              <a:gd name="connsiteY5" fmla="*/ 0 h 5157788"/>
              <a:gd name="connsiteX0" fmla="*/ 2963763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963763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092200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71575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343583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9672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19672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51412" h="5157788">
                <a:moveTo>
                  <a:pt x="2706687" y="0"/>
                </a:moveTo>
                <a:lnTo>
                  <a:pt x="4951412" y="0"/>
                </a:lnTo>
                <a:lnTo>
                  <a:pt x="4951412" y="5157788"/>
                </a:lnTo>
                <a:lnTo>
                  <a:pt x="0" y="5153180"/>
                </a:lnTo>
                <a:cubicBezTo>
                  <a:pt x="84411" y="4542509"/>
                  <a:pt x="183041" y="4024723"/>
                  <a:pt x="1243508" y="2562613"/>
                </a:cubicBezTo>
                <a:cubicBezTo>
                  <a:pt x="1867447" y="1704780"/>
                  <a:pt x="2665955" y="709265"/>
                  <a:pt x="2706687" y="0"/>
                </a:cubicBezTo>
                <a:close/>
              </a:path>
            </a:pathLst>
          </a:custGeom>
          <a:solidFill>
            <a:schemeClr val="bg2"/>
          </a:solidFill>
          <a:ln w="3175">
            <a:noFill/>
          </a:ln>
        </p:spPr>
        <p:txBody>
          <a:bodyPr tIns="720000" anchor="ctr" anchorCtr="0"/>
          <a:lstStyle>
            <a:lvl1pPr algn="ctr"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noProof="0"/>
              <a:t>Select your own photo</a:t>
            </a:r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8" y="5265204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pic>
        <p:nvPicPr>
          <p:cNvPr id="20" name="Image 19" descr="Bas_couv.png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1" y="5172520"/>
            <a:ext cx="4847167" cy="1685480"/>
          </a:xfrm>
          <a:prstGeom prst="rect">
            <a:avLst/>
          </a:prstGeom>
        </p:spPr>
      </p:pic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24000" y="1036800"/>
            <a:ext cx="6432549" cy="223200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2800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6900"/>
              </a:spcBef>
              <a:defRPr sz="2000" b="1">
                <a:solidFill>
                  <a:schemeClr val="bg1"/>
                </a:solidFill>
              </a:defRPr>
            </a:lvl2pPr>
          </a:lstStyle>
          <a:p>
            <a:r>
              <a:rPr lang="en-GB"/>
              <a:t>THANK YOU</a:t>
            </a:r>
          </a:p>
        </p:txBody>
      </p:sp>
      <p:sp>
        <p:nvSpPr>
          <p:cNvPr id="10" name="Espace réservé de la date 9"/>
          <p:cNvSpPr>
            <a:spLocks noGrp="1"/>
          </p:cNvSpPr>
          <p:nvPr>
            <p:ph type="dt" sz="half" idx="15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>
            <a:lvl1pPr>
              <a:defRPr sz="1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GB" noProof="0"/>
              <a:t>Page: </a:t>
            </a:r>
            <a:fld id="{733122C9-A0B9-462F-8757-0847AD287B63}" type="slidenum">
              <a:rPr lang="en-GB" noProof="0" smtClean="0"/>
              <a:pPr algn="l"/>
              <a:t>‹#›</a:t>
            </a:fld>
            <a:endParaRPr lang="en-GB" noProof="0"/>
          </a:p>
        </p:txBody>
      </p:sp>
      <p:sp>
        <p:nvSpPr>
          <p:cNvPr id="12" name="Espace réservé du pied de page 11"/>
          <p:cNvSpPr>
            <a:spLocks noGrp="1"/>
          </p:cNvSpPr>
          <p:nvPr>
            <p:ph type="ftr" sz="quarter" idx="17"/>
          </p:nvPr>
        </p:nvSpPr>
        <p:spPr bwMode="gray">
          <a:xfrm>
            <a:off x="624417" y="524188"/>
            <a:ext cx="6432551" cy="360000"/>
          </a:xfrm>
          <a:prstGeom prst="rect">
            <a:avLst/>
          </a:prstGeom>
        </p:spPr>
        <p:txBody>
          <a:bodyPr/>
          <a:lstStyle>
            <a:lvl1pPr algn="l">
              <a:defRPr sz="1800" b="0">
                <a:solidFill>
                  <a:schemeClr val="bg1"/>
                </a:solidFill>
              </a:defRPr>
            </a:lvl1pPr>
          </a:lstStyle>
          <a:p>
            <a:endParaRPr lang="en-GB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4847168" y="6021388"/>
            <a:ext cx="6817784" cy="324000"/>
          </a:xfrm>
          <a:prstGeom prst="rect">
            <a:avLst/>
          </a:prstGeom>
        </p:spPr>
        <p:txBody>
          <a:bodyPr anchor="b" anchorCtr="0"/>
          <a:lstStyle>
            <a:lvl1pPr algn="r">
              <a:lnSpc>
                <a:spcPct val="100000"/>
              </a:lnSpc>
              <a:defRPr sz="1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GB" noProof="0"/>
              <a:t>Write your claim here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4847167" y="6354203"/>
            <a:ext cx="6817784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GB" sz="10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24417" y="3391895"/>
            <a:ext cx="326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>
              <a:defRPr sz="100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GB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49205571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oneTexte 2"/>
          <p:cNvSpPr txBox="1"/>
          <p:nvPr userDrawn="1"/>
        </p:nvSpPr>
        <p:spPr>
          <a:xfrm>
            <a:off x="1231560" y="1310115"/>
            <a:ext cx="4358557" cy="224439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110000"/>
              </a:lnSpc>
            </a:pPr>
            <a:r>
              <a:rPr lang="en-GB" sz="2000" b="1" noProof="0">
                <a:solidFill>
                  <a:schemeClr val="accent1"/>
                </a:solidFill>
              </a:rPr>
              <a:t>Primary</a:t>
            </a:r>
          </a:p>
          <a:p>
            <a:pPr marL="357188" lvl="1" indent="-174625">
              <a:lnSpc>
                <a:spcPct val="110000"/>
              </a:lnSpc>
              <a:buClr>
                <a:schemeClr val="accent3"/>
              </a:buClr>
              <a:buFont typeface="Arial" panose="020B0604020202020204" pitchFamily="34" charset="0"/>
              <a:buChar char="•"/>
            </a:pPr>
            <a:r>
              <a:rPr lang="en-GB" sz="1800" b="1" noProof="0"/>
              <a:t>Corporate Colours</a:t>
            </a:r>
          </a:p>
          <a:p>
            <a:pPr lvl="2">
              <a:lnSpc>
                <a:spcPct val="110000"/>
              </a:lnSpc>
            </a:pPr>
            <a:endParaRPr lang="en-GB" sz="1800" b="1" noProof="0"/>
          </a:p>
          <a:p>
            <a:pPr lvl="2">
              <a:lnSpc>
                <a:spcPct val="110000"/>
              </a:lnSpc>
            </a:pPr>
            <a:endParaRPr lang="en-GB" sz="1800" b="1" noProof="0"/>
          </a:p>
          <a:p>
            <a:pPr marL="357188" lvl="1" indent="-174625">
              <a:lnSpc>
                <a:spcPct val="110000"/>
              </a:lnSpc>
              <a:buClr>
                <a:schemeClr val="accent3"/>
              </a:buClr>
              <a:buFont typeface="Arial" panose="020B0604020202020204" pitchFamily="34" charset="0"/>
              <a:buChar char="•"/>
            </a:pPr>
            <a:r>
              <a:rPr lang="en-GB" sz="1800" b="1" noProof="0"/>
              <a:t>Strategic Goal Colours</a:t>
            </a:r>
          </a:p>
          <a:p>
            <a:pPr lvl="2">
              <a:lnSpc>
                <a:spcPct val="110000"/>
              </a:lnSpc>
            </a:pPr>
            <a:endParaRPr lang="en-GB" sz="1800" noProof="0"/>
          </a:p>
          <a:p>
            <a:pPr>
              <a:lnSpc>
                <a:spcPct val="110000"/>
              </a:lnSpc>
            </a:pPr>
            <a:r>
              <a:rPr lang="en-GB" sz="2000" b="1" noProof="0">
                <a:solidFill>
                  <a:schemeClr val="accent1"/>
                </a:solidFill>
              </a:rPr>
              <a:t>Secondary</a:t>
            </a:r>
          </a:p>
        </p:txBody>
      </p:sp>
      <p:sp>
        <p:nvSpPr>
          <p:cNvPr id="13" name="Espace réservé de la date 12"/>
          <p:cNvSpPr>
            <a:spLocks noGrp="1"/>
          </p:cNvSpPr>
          <p:nvPr>
            <p:ph type="dt" sz="half" idx="10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14" name="Espace réservé du numéro de diapositive 13"/>
          <p:cNvSpPr>
            <a:spLocks noGrp="1"/>
          </p:cNvSpPr>
          <p:nvPr>
            <p:ph type="sldNum" sz="quarter" idx="11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/>
          <a:lstStyle/>
          <a:p>
            <a:fld id="{733122C9-A0B9-462F-8757-0847AD287B63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5" name="Espace réservé du pied de page 14"/>
          <p:cNvSpPr>
            <a:spLocks noGrp="1"/>
          </p:cNvSpPr>
          <p:nvPr>
            <p:ph type="ftr" sz="quarter" idx="12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/>
          <a:lstStyle/>
          <a:p>
            <a:endParaRPr lang="en-GB" noProof="0"/>
          </a:p>
        </p:txBody>
      </p:sp>
      <p:sp>
        <p:nvSpPr>
          <p:cNvPr id="64" name="Freeform 8"/>
          <p:cNvSpPr>
            <a:spLocks/>
          </p:cNvSpPr>
          <p:nvPr userDrawn="1"/>
        </p:nvSpPr>
        <p:spPr bwMode="auto">
          <a:xfrm>
            <a:off x="5894401" y="1341438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65" name="Rectangle 64"/>
          <p:cNvSpPr/>
          <p:nvPr userDrawn="1"/>
        </p:nvSpPr>
        <p:spPr>
          <a:xfrm>
            <a:off x="6518400" y="1341438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noProof="0">
                <a:solidFill>
                  <a:schemeClr val="tx1"/>
                </a:solidFill>
              </a:rPr>
              <a:t>R: 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92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66" name="Freeform 8"/>
          <p:cNvSpPr>
            <a:spLocks/>
          </p:cNvSpPr>
          <p:nvPr userDrawn="1"/>
        </p:nvSpPr>
        <p:spPr bwMode="auto">
          <a:xfrm>
            <a:off x="7442242" y="1341438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67" name="Rectangle 66"/>
          <p:cNvSpPr/>
          <p:nvPr userDrawn="1"/>
        </p:nvSpPr>
        <p:spPr>
          <a:xfrm>
            <a:off x="8066956" y="1341438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noProof="0">
                <a:solidFill>
                  <a:schemeClr val="tx1"/>
                </a:solidFill>
              </a:rPr>
              <a:t>R: 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161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68" name="Freeform 8"/>
          <p:cNvSpPr>
            <a:spLocks/>
          </p:cNvSpPr>
          <p:nvPr userDrawn="1"/>
        </p:nvSpPr>
        <p:spPr bwMode="auto">
          <a:xfrm>
            <a:off x="8990083" y="1341438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69" name="Rectangle 68"/>
          <p:cNvSpPr/>
          <p:nvPr userDrawn="1"/>
        </p:nvSpPr>
        <p:spPr>
          <a:xfrm>
            <a:off x="9615512" y="1341438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noProof="0">
                <a:solidFill>
                  <a:schemeClr val="tx1"/>
                </a:solidFill>
              </a:rPr>
              <a:t>R: 149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214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70" name="Freeform 8"/>
          <p:cNvSpPr>
            <a:spLocks/>
          </p:cNvSpPr>
          <p:nvPr userDrawn="1"/>
        </p:nvSpPr>
        <p:spPr bwMode="auto">
          <a:xfrm>
            <a:off x="10537926" y="1341438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71" name="Rectangle 70"/>
          <p:cNvSpPr/>
          <p:nvPr userDrawn="1"/>
        </p:nvSpPr>
        <p:spPr>
          <a:xfrm>
            <a:off x="11164069" y="1341438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noProof="0">
                <a:solidFill>
                  <a:schemeClr val="tx1"/>
                </a:solidFill>
              </a:rPr>
              <a:t>R: 135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135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135</a:t>
            </a:r>
          </a:p>
        </p:txBody>
      </p:sp>
      <p:sp>
        <p:nvSpPr>
          <p:cNvPr id="72" name="Freeform 8"/>
          <p:cNvSpPr>
            <a:spLocks/>
          </p:cNvSpPr>
          <p:nvPr userDrawn="1"/>
        </p:nvSpPr>
        <p:spPr bwMode="auto">
          <a:xfrm>
            <a:off x="5894401" y="2278063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73" name="Rectangle 72"/>
          <p:cNvSpPr/>
          <p:nvPr userDrawn="1"/>
        </p:nvSpPr>
        <p:spPr>
          <a:xfrm>
            <a:off x="6518400" y="2278063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ACCELERATE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VACCINES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165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24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144</a:t>
            </a:r>
          </a:p>
        </p:txBody>
      </p:sp>
      <p:sp>
        <p:nvSpPr>
          <p:cNvPr id="74" name="Freeform 8"/>
          <p:cNvSpPr>
            <a:spLocks/>
          </p:cNvSpPr>
          <p:nvPr userDrawn="1"/>
        </p:nvSpPr>
        <p:spPr bwMode="auto">
          <a:xfrm>
            <a:off x="7442242" y="2278063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75" name="Rectangle 74"/>
          <p:cNvSpPr/>
          <p:nvPr userDrawn="1"/>
        </p:nvSpPr>
        <p:spPr>
          <a:xfrm>
            <a:off x="8066956" y="2278063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STRENGTHEN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CAPACITY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206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105</a:t>
            </a:r>
          </a:p>
        </p:txBody>
      </p:sp>
      <p:sp>
        <p:nvSpPr>
          <p:cNvPr id="76" name="Freeform 8"/>
          <p:cNvSpPr>
            <a:spLocks/>
          </p:cNvSpPr>
          <p:nvPr userDrawn="1"/>
        </p:nvSpPr>
        <p:spPr bwMode="auto">
          <a:xfrm>
            <a:off x="8990083" y="2278063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77" name="Rectangle 76"/>
          <p:cNvSpPr/>
          <p:nvPr userDrawn="1"/>
        </p:nvSpPr>
        <p:spPr>
          <a:xfrm>
            <a:off x="9615512" y="2278063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INCREASE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PREDICTABILITY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149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214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78" name="Freeform 8"/>
          <p:cNvSpPr>
            <a:spLocks/>
          </p:cNvSpPr>
          <p:nvPr userDrawn="1"/>
        </p:nvSpPr>
        <p:spPr bwMode="auto">
          <a:xfrm>
            <a:off x="10537926" y="2278063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79" name="Rectangle 78"/>
          <p:cNvSpPr/>
          <p:nvPr userDrawn="1"/>
        </p:nvSpPr>
        <p:spPr>
          <a:xfrm>
            <a:off x="11164069" y="2278063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SHAPE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THE MARKET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161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80" name="Freeform 8"/>
          <p:cNvSpPr>
            <a:spLocks/>
          </p:cNvSpPr>
          <p:nvPr userDrawn="1"/>
        </p:nvSpPr>
        <p:spPr bwMode="auto">
          <a:xfrm>
            <a:off x="5892322" y="356365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ED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81" name="Rectangle 80"/>
          <p:cNvSpPr/>
          <p:nvPr userDrawn="1"/>
        </p:nvSpPr>
        <p:spPr>
          <a:xfrm>
            <a:off x="6518465" y="356365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IPV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INJECTABLE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POLIO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206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220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82" name="Freeform 8"/>
          <p:cNvSpPr>
            <a:spLocks/>
          </p:cNvSpPr>
          <p:nvPr userDrawn="1"/>
        </p:nvSpPr>
        <p:spPr bwMode="auto">
          <a:xfrm>
            <a:off x="7440857" y="356365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B288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83" name="Rectangle 82"/>
          <p:cNvSpPr/>
          <p:nvPr userDrawn="1"/>
        </p:nvSpPr>
        <p:spPr>
          <a:xfrm>
            <a:off x="8067000" y="356365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JAPANESE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ENCEPHALITIS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178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136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84" name="Freeform 8"/>
          <p:cNvSpPr>
            <a:spLocks/>
          </p:cNvSpPr>
          <p:nvPr userDrawn="1"/>
        </p:nvSpPr>
        <p:spPr bwMode="auto">
          <a:xfrm>
            <a:off x="8989391" y="356365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41B6E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85" name="Rectangle 84"/>
          <p:cNvSpPr/>
          <p:nvPr userDrawn="1"/>
        </p:nvSpPr>
        <p:spPr>
          <a:xfrm>
            <a:off x="9615535" y="356365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MEASLES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65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182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230</a:t>
            </a:r>
          </a:p>
        </p:txBody>
      </p:sp>
      <p:sp>
        <p:nvSpPr>
          <p:cNvPr id="86" name="Freeform 8"/>
          <p:cNvSpPr>
            <a:spLocks/>
          </p:cNvSpPr>
          <p:nvPr userDrawn="1"/>
        </p:nvSpPr>
        <p:spPr bwMode="auto">
          <a:xfrm>
            <a:off x="10537926" y="356365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7A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87" name="Rectangle 86"/>
          <p:cNvSpPr/>
          <p:nvPr userDrawn="1"/>
        </p:nvSpPr>
        <p:spPr>
          <a:xfrm>
            <a:off x="11164069" y="356365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MEASLES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2</a:t>
            </a:r>
            <a:r>
              <a:rPr lang="en-GB" sz="700" b="1" baseline="30000" noProof="0">
                <a:solidFill>
                  <a:schemeClr val="tx1"/>
                </a:solidFill>
              </a:rPr>
              <a:t>ND</a:t>
            </a:r>
            <a:r>
              <a:rPr lang="en-GB" sz="700" b="1" noProof="0">
                <a:solidFill>
                  <a:schemeClr val="tx1"/>
                </a:solidFill>
              </a:rPr>
              <a:t> DOSE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151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169</a:t>
            </a:r>
          </a:p>
        </p:txBody>
      </p:sp>
      <p:sp>
        <p:nvSpPr>
          <p:cNvPr id="88" name="Freeform 8"/>
          <p:cNvSpPr>
            <a:spLocks/>
          </p:cNvSpPr>
          <p:nvPr userDrawn="1"/>
        </p:nvSpPr>
        <p:spPr bwMode="auto">
          <a:xfrm>
            <a:off x="5892926" y="443100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33A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89" name="Rectangle 88"/>
          <p:cNvSpPr/>
          <p:nvPr userDrawn="1"/>
        </p:nvSpPr>
        <p:spPr>
          <a:xfrm>
            <a:off x="6517785" y="443100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PNEUMO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51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160</a:t>
            </a:r>
          </a:p>
        </p:txBody>
      </p:sp>
      <p:sp>
        <p:nvSpPr>
          <p:cNvPr id="90" name="Freeform 8"/>
          <p:cNvSpPr>
            <a:spLocks/>
          </p:cNvSpPr>
          <p:nvPr userDrawn="1"/>
        </p:nvSpPr>
        <p:spPr bwMode="auto">
          <a:xfrm>
            <a:off x="7441662" y="443100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860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91" name="Rectangle 90"/>
          <p:cNvSpPr/>
          <p:nvPr userDrawn="1"/>
        </p:nvSpPr>
        <p:spPr>
          <a:xfrm>
            <a:off x="8066093" y="443100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ROTAVIRUS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216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96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24</a:t>
            </a:r>
          </a:p>
        </p:txBody>
      </p:sp>
      <p:sp>
        <p:nvSpPr>
          <p:cNvPr id="92" name="Freeform 8"/>
          <p:cNvSpPr>
            <a:spLocks/>
          </p:cNvSpPr>
          <p:nvPr userDrawn="1"/>
        </p:nvSpPr>
        <p:spPr bwMode="auto">
          <a:xfrm>
            <a:off x="8990401" y="443100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EAAA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93" name="Rectangle 92"/>
          <p:cNvSpPr/>
          <p:nvPr userDrawn="1"/>
        </p:nvSpPr>
        <p:spPr>
          <a:xfrm>
            <a:off x="9614400" y="443100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YELLOW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FEVER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234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170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94" name="Freeform 8"/>
          <p:cNvSpPr>
            <a:spLocks/>
          </p:cNvSpPr>
          <p:nvPr userDrawn="1"/>
        </p:nvSpPr>
        <p:spPr bwMode="auto">
          <a:xfrm>
            <a:off x="1246718" y="356365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F5C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95" name="Rectangle 94"/>
          <p:cNvSpPr/>
          <p:nvPr userDrawn="1"/>
        </p:nvSpPr>
        <p:spPr>
          <a:xfrm>
            <a:off x="1872861" y="356365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CHOLERA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175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92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55</a:t>
            </a:r>
          </a:p>
        </p:txBody>
      </p:sp>
      <p:sp>
        <p:nvSpPr>
          <p:cNvPr id="96" name="Freeform 8"/>
          <p:cNvSpPr>
            <a:spLocks/>
          </p:cNvSpPr>
          <p:nvPr userDrawn="1"/>
        </p:nvSpPr>
        <p:spPr bwMode="auto">
          <a:xfrm>
            <a:off x="2795253" y="356365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500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97" name="Rectangle 96"/>
          <p:cNvSpPr/>
          <p:nvPr userDrawn="1"/>
        </p:nvSpPr>
        <p:spPr>
          <a:xfrm>
            <a:off x="3421396" y="356365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HEPB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213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50</a:t>
            </a:r>
          </a:p>
        </p:txBody>
      </p:sp>
      <p:sp>
        <p:nvSpPr>
          <p:cNvPr id="98" name="Freeform 8"/>
          <p:cNvSpPr>
            <a:spLocks/>
          </p:cNvSpPr>
          <p:nvPr userDrawn="1"/>
        </p:nvSpPr>
        <p:spPr bwMode="auto">
          <a:xfrm>
            <a:off x="4343787" y="356365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F59B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99" name="Rectangle 98"/>
          <p:cNvSpPr/>
          <p:nvPr userDrawn="1"/>
        </p:nvSpPr>
        <p:spPr>
          <a:xfrm>
            <a:off x="4969931" y="356365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HPV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245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155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187</a:t>
            </a:r>
          </a:p>
        </p:txBody>
      </p:sp>
      <p:sp>
        <p:nvSpPr>
          <p:cNvPr id="100" name="Freeform 8"/>
          <p:cNvSpPr>
            <a:spLocks/>
          </p:cNvSpPr>
          <p:nvPr userDrawn="1"/>
        </p:nvSpPr>
        <p:spPr bwMode="auto">
          <a:xfrm>
            <a:off x="1246718" y="443100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5A7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101" name="Rectangle 100"/>
          <p:cNvSpPr/>
          <p:nvPr userDrawn="1"/>
        </p:nvSpPr>
        <p:spPr>
          <a:xfrm>
            <a:off x="1872861" y="443100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MEASLES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RUBELLA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90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112</a:t>
            </a:r>
          </a:p>
        </p:txBody>
      </p:sp>
      <p:sp>
        <p:nvSpPr>
          <p:cNvPr id="102" name="Freeform 8"/>
          <p:cNvSpPr>
            <a:spLocks/>
          </p:cNvSpPr>
          <p:nvPr userDrawn="1"/>
        </p:nvSpPr>
        <p:spPr bwMode="auto">
          <a:xfrm>
            <a:off x="2795454" y="443100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63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103" name="Rectangle 102"/>
          <p:cNvSpPr/>
          <p:nvPr userDrawn="1"/>
        </p:nvSpPr>
        <p:spPr>
          <a:xfrm>
            <a:off x="3421169" y="443100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MENINGITIS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A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150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57</a:t>
            </a:r>
          </a:p>
        </p:txBody>
      </p:sp>
      <p:sp>
        <p:nvSpPr>
          <p:cNvPr id="104" name="Freeform 8"/>
          <p:cNvSpPr>
            <a:spLocks/>
          </p:cNvSpPr>
          <p:nvPr userDrawn="1"/>
        </p:nvSpPr>
        <p:spPr bwMode="auto">
          <a:xfrm>
            <a:off x="4344190" y="443100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532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105" name="Rectangle 104"/>
          <p:cNvSpPr/>
          <p:nvPr userDrawn="1"/>
        </p:nvSpPr>
        <p:spPr>
          <a:xfrm>
            <a:off x="4969477" y="443100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PENTA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DTP–HEP-HIB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101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50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121</a:t>
            </a:r>
          </a:p>
        </p:txBody>
      </p:sp>
      <p:sp>
        <p:nvSpPr>
          <p:cNvPr id="106" name="Rectangle 105"/>
          <p:cNvSpPr/>
          <p:nvPr userDrawn="1"/>
        </p:nvSpPr>
        <p:spPr>
          <a:xfrm>
            <a:off x="7440150" y="5279243"/>
            <a:ext cx="4224801" cy="75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r>
              <a:rPr lang="en-GB" sz="1200" b="1" noProof="0">
                <a:solidFill>
                  <a:schemeClr val="tx1"/>
                </a:solidFill>
              </a:rPr>
              <a:t>Please use the four Gavi corporate colours where possible.  Specific strategic goals </a:t>
            </a:r>
            <a:br>
              <a:rPr lang="en-GB" sz="1200" b="1" noProof="0">
                <a:solidFill>
                  <a:schemeClr val="tx1"/>
                </a:solidFill>
              </a:rPr>
            </a:br>
            <a:r>
              <a:rPr lang="en-GB" sz="1200" b="1" noProof="0">
                <a:solidFill>
                  <a:schemeClr val="tx1"/>
                </a:solidFill>
              </a:rPr>
              <a:t>or vaccines should be highlighted using the key above. </a:t>
            </a:r>
          </a:p>
        </p:txBody>
      </p:sp>
      <p:sp>
        <p:nvSpPr>
          <p:cNvPr id="107" name="Freeform 8"/>
          <p:cNvSpPr>
            <a:spLocks/>
          </p:cNvSpPr>
          <p:nvPr userDrawn="1"/>
        </p:nvSpPr>
        <p:spPr bwMode="auto">
          <a:xfrm>
            <a:off x="5894401" y="5308462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463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108" name="Rectangle 107"/>
          <p:cNvSpPr/>
          <p:nvPr userDrawn="1"/>
        </p:nvSpPr>
        <p:spPr>
          <a:xfrm>
            <a:off x="6518400" y="5308462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RABIES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100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99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99</a:t>
            </a:r>
          </a:p>
        </p:txBody>
      </p:sp>
      <p:sp>
        <p:nvSpPr>
          <p:cNvPr id="109" name="Freeform 8"/>
          <p:cNvSpPr>
            <a:spLocks/>
          </p:cNvSpPr>
          <p:nvPr userDrawn="1"/>
        </p:nvSpPr>
        <p:spPr bwMode="auto">
          <a:xfrm>
            <a:off x="1246718" y="5308462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6C6C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110" name="Rectangle 109"/>
          <p:cNvSpPr/>
          <p:nvPr userDrawn="1"/>
        </p:nvSpPr>
        <p:spPr>
          <a:xfrm>
            <a:off x="1872861" y="5308462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DENGUE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198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198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198</a:t>
            </a:r>
          </a:p>
        </p:txBody>
      </p:sp>
      <p:sp>
        <p:nvSpPr>
          <p:cNvPr id="111" name="Freeform 8"/>
          <p:cNvSpPr>
            <a:spLocks/>
          </p:cNvSpPr>
          <p:nvPr userDrawn="1"/>
        </p:nvSpPr>
        <p:spPr bwMode="auto">
          <a:xfrm>
            <a:off x="2795946" y="5308462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8A8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112" name="Rectangle 111"/>
          <p:cNvSpPr/>
          <p:nvPr userDrawn="1"/>
        </p:nvSpPr>
        <p:spPr>
          <a:xfrm>
            <a:off x="3421375" y="5308462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MALARIA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168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168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167</a:t>
            </a:r>
          </a:p>
        </p:txBody>
      </p:sp>
      <p:sp>
        <p:nvSpPr>
          <p:cNvPr id="113" name="Freeform 8"/>
          <p:cNvSpPr>
            <a:spLocks/>
          </p:cNvSpPr>
          <p:nvPr userDrawn="1"/>
        </p:nvSpPr>
        <p:spPr bwMode="auto">
          <a:xfrm>
            <a:off x="4345174" y="5308462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8787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114" name="Rectangle 113"/>
          <p:cNvSpPr/>
          <p:nvPr userDrawn="1"/>
        </p:nvSpPr>
        <p:spPr>
          <a:xfrm>
            <a:off x="4969888" y="5308462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MATERNAL</a:t>
            </a:r>
          </a:p>
          <a:p>
            <a:r>
              <a:rPr lang="en-GB" sz="700" b="1" noProof="0">
                <a:solidFill>
                  <a:schemeClr val="tx1"/>
                </a:solidFill>
              </a:rPr>
              <a:t>FLU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135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135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135</a:t>
            </a:r>
          </a:p>
        </p:txBody>
      </p:sp>
      <p:sp>
        <p:nvSpPr>
          <p:cNvPr id="115" name="Freeform 8"/>
          <p:cNvSpPr>
            <a:spLocks/>
          </p:cNvSpPr>
          <p:nvPr userDrawn="1"/>
        </p:nvSpPr>
        <p:spPr bwMode="auto">
          <a:xfrm>
            <a:off x="10537926" y="4431007"/>
            <a:ext cx="591207" cy="657506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7D706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/>
            <a:endParaRPr lang="en-GB" sz="1800" noProof="0"/>
          </a:p>
        </p:txBody>
      </p:sp>
      <p:sp>
        <p:nvSpPr>
          <p:cNvPr id="116" name="Rectangle 115"/>
          <p:cNvSpPr/>
          <p:nvPr userDrawn="1"/>
        </p:nvSpPr>
        <p:spPr>
          <a:xfrm>
            <a:off x="11164069" y="4431007"/>
            <a:ext cx="1008000" cy="64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r>
              <a:rPr lang="en-GB" sz="700" b="1" noProof="0">
                <a:solidFill>
                  <a:schemeClr val="tx1"/>
                </a:solidFill>
              </a:rPr>
              <a:t>TYPHOÏD</a:t>
            </a:r>
          </a:p>
          <a:p>
            <a:r>
              <a:rPr lang="en-GB" sz="700" noProof="0">
                <a:solidFill>
                  <a:schemeClr val="tx1"/>
                </a:solidFill>
              </a:rPr>
              <a:t>R: 125</a:t>
            </a:r>
          </a:p>
          <a:p>
            <a:r>
              <a:rPr lang="en-GB" sz="700" noProof="0">
                <a:solidFill>
                  <a:schemeClr val="tx1"/>
                </a:solidFill>
              </a:rPr>
              <a:t>G: 112</a:t>
            </a:r>
          </a:p>
          <a:p>
            <a:r>
              <a:rPr lang="en-GB" sz="700" noProof="0">
                <a:solidFill>
                  <a:schemeClr val="tx1"/>
                </a:solidFill>
              </a:rPr>
              <a:t>B: 97</a:t>
            </a:r>
          </a:p>
        </p:txBody>
      </p:sp>
      <p:sp>
        <p:nvSpPr>
          <p:cNvPr id="4" name="ZoneTexte 3"/>
          <p:cNvSpPr txBox="1"/>
          <p:nvPr userDrawn="1"/>
        </p:nvSpPr>
        <p:spPr>
          <a:xfrm>
            <a:off x="1120714" y="0"/>
            <a:ext cx="10544237" cy="1080094"/>
          </a:xfrm>
          <a:prstGeom prst="rect">
            <a:avLst/>
          </a:prstGeom>
          <a:noFill/>
        </p:spPr>
        <p:txBody>
          <a:bodyPr wrap="square" rtlCol="0" anchor="b" anchorCtr="0">
            <a:noAutofit/>
          </a:bodyPr>
          <a:lstStyle/>
          <a:p>
            <a:r>
              <a:rPr lang="en-GB" sz="2800" noProof="0">
                <a:solidFill>
                  <a:schemeClr val="accent1"/>
                </a:solidFill>
              </a:rPr>
              <a:t>BRAND COLOUR PALETTE</a:t>
            </a:r>
          </a:p>
        </p:txBody>
      </p:sp>
    </p:spTree>
    <p:extLst>
      <p:ext uri="{BB962C8B-B14F-4D97-AF65-F5344CB8AC3E}">
        <p14:creationId xmlns:p14="http://schemas.microsoft.com/office/powerpoint/2010/main" val="159021533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F3EFC053-8E7E-4AF4-AA92-54C24ED8971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0001806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F3EFC053-8E7E-4AF4-AA92-54C24ED8971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Image 16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13" name="Image 12" descr="Bas_couv.png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84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64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8" name="Rectangle 17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592875374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C4B7C409-49ED-4747-9112-F111A48B8E7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49910621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C4B7C409-49ED-4747-9112-F111A48B8E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4" name="Image 2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23" name="Image 22" descr="Bas_couv.png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96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8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0915196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E05CE4D4-477E-433E-BD95-252A574D95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3534549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E05CE4D4-477E-433E-BD95-252A574D95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Image 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0"/>
            <a:ext cx="3453377" cy="6858000"/>
          </a:xfrm>
          <a:prstGeom prst="rect">
            <a:avLst/>
          </a:prstGeom>
        </p:spPr>
      </p:pic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3672000" y="1037167"/>
            <a:ext cx="7368533" cy="1646864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3672000" y="2902572"/>
            <a:ext cx="7368533" cy="2903445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texte 9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0" y="1"/>
            <a:ext cx="2495211" cy="4990431"/>
          </a:xfrm>
        </p:spPr>
        <p:txBody>
          <a:bodyPr/>
          <a:lstStyle>
            <a:lvl1pPr algn="r">
              <a:defRPr sz="22133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0</a:t>
            </a:r>
          </a:p>
        </p:txBody>
      </p:sp>
      <p:sp>
        <p:nvSpPr>
          <p:cNvPr id="12" name="Espace réservé du numéro de diapositive 11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3672000" y="2777245"/>
            <a:ext cx="134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88435173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70A0C763-B999-49B8-8CE5-235EB25E061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5507013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70A0C763-B999-49B8-8CE5-235EB25E061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10848000" cy="41904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numéro de diapositive 13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425943091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4CB55DB6-3F1C-45F9-A4EC-8F28898D15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69568642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4CB55DB6-3F1C-45F9-A4EC-8F28898D15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4357648" y="1607999"/>
            <a:ext cx="6960000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pour une image 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0" y="1707856"/>
            <a:ext cx="4072411" cy="4098163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51316032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4A38B8A-8108-4E29-A3DE-4C15C17FE4C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9474521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4A38B8A-8108-4E29-A3DE-4C15C17FE4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7999"/>
            <a:ext cx="6672139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  17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7439389" y="5168"/>
            <a:ext cx="4752611" cy="5807451"/>
          </a:xfrm>
          <a:custGeom>
            <a:avLst/>
            <a:gdLst>
              <a:gd name="connsiteX0" fmla="*/ 0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0 w 3851275"/>
              <a:gd name="connsiteY4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1692275 w 3851275"/>
              <a:gd name="connsiteY4" fmla="*/ 0 h 5157788"/>
              <a:gd name="connsiteX0" fmla="*/ 0 w 2159000"/>
              <a:gd name="connsiteY0" fmla="*/ 0 h 5157788"/>
              <a:gd name="connsiteX1" fmla="*/ 2159000 w 2159000"/>
              <a:gd name="connsiteY1" fmla="*/ 0 h 5157788"/>
              <a:gd name="connsiteX2" fmla="*/ 2159000 w 2159000"/>
              <a:gd name="connsiteY2" fmla="*/ 5157788 h 5157788"/>
              <a:gd name="connsiteX3" fmla="*/ 0 w 2159000"/>
              <a:gd name="connsiteY3" fmla="*/ 5157788 h 5157788"/>
              <a:gd name="connsiteX4" fmla="*/ 0 w 2159000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3568576 w 5727576"/>
              <a:gd name="connsiteY0" fmla="*/ 0 h 5157788"/>
              <a:gd name="connsiteX1" fmla="*/ 5727576 w 5727576"/>
              <a:gd name="connsiteY1" fmla="*/ 0 h 5157788"/>
              <a:gd name="connsiteX2" fmla="*/ 5727576 w 5727576"/>
              <a:gd name="connsiteY2" fmla="*/ 5157788 h 5157788"/>
              <a:gd name="connsiteX3" fmla="*/ 3568576 w 5727576"/>
              <a:gd name="connsiteY3" fmla="*/ 5157788 h 5157788"/>
              <a:gd name="connsiteX4" fmla="*/ 3568576 w 5727576"/>
              <a:gd name="connsiteY4" fmla="*/ 0 h 5157788"/>
              <a:gd name="connsiteX0" fmla="*/ 3306355 w 5465355"/>
              <a:gd name="connsiteY0" fmla="*/ 0 h 5157788"/>
              <a:gd name="connsiteX1" fmla="*/ 5465355 w 5465355"/>
              <a:gd name="connsiteY1" fmla="*/ 0 h 5157788"/>
              <a:gd name="connsiteX2" fmla="*/ 5465355 w 5465355"/>
              <a:gd name="connsiteY2" fmla="*/ 5157788 h 5157788"/>
              <a:gd name="connsiteX3" fmla="*/ 3306355 w 5465355"/>
              <a:gd name="connsiteY3" fmla="*/ 5157788 h 5157788"/>
              <a:gd name="connsiteX4" fmla="*/ 3306355 w 5465355"/>
              <a:gd name="connsiteY4" fmla="*/ 0 h 5157788"/>
              <a:gd name="connsiteX0" fmla="*/ 1416957 w 3575957"/>
              <a:gd name="connsiteY0" fmla="*/ 0 h 5157788"/>
              <a:gd name="connsiteX1" fmla="*/ 3575957 w 3575957"/>
              <a:gd name="connsiteY1" fmla="*/ 0 h 5157788"/>
              <a:gd name="connsiteX2" fmla="*/ 3575957 w 3575957"/>
              <a:gd name="connsiteY2" fmla="*/ 5157788 h 5157788"/>
              <a:gd name="connsiteX3" fmla="*/ 1416957 w 3575957"/>
              <a:gd name="connsiteY3" fmla="*/ 5157788 h 5157788"/>
              <a:gd name="connsiteX4" fmla="*/ 0 w 3575957"/>
              <a:gd name="connsiteY4" fmla="*/ 3339193 h 5157788"/>
              <a:gd name="connsiteX5" fmla="*/ 1416957 w 3575957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6017419"/>
              <a:gd name="connsiteX1" fmla="*/ 3851275 w 3851275"/>
              <a:gd name="connsiteY1" fmla="*/ 0 h 6017419"/>
              <a:gd name="connsiteX2" fmla="*/ 3851275 w 3851275"/>
              <a:gd name="connsiteY2" fmla="*/ 5157788 h 6017419"/>
              <a:gd name="connsiteX3" fmla="*/ 1692275 w 3851275"/>
              <a:gd name="connsiteY3" fmla="*/ 5157788 h 6017419"/>
              <a:gd name="connsiteX4" fmla="*/ 0 w 3851275"/>
              <a:gd name="connsiteY4" fmla="*/ 3284984 h 6017419"/>
              <a:gd name="connsiteX5" fmla="*/ 1692275 w 3851275"/>
              <a:gd name="connsiteY5" fmla="*/ 0 h 6017419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04975 w 3863975"/>
              <a:gd name="connsiteY0" fmla="*/ 0 h 5157788"/>
              <a:gd name="connsiteX1" fmla="*/ 3863975 w 3863975"/>
              <a:gd name="connsiteY1" fmla="*/ 0 h 5157788"/>
              <a:gd name="connsiteX2" fmla="*/ 3863975 w 3863975"/>
              <a:gd name="connsiteY2" fmla="*/ 5157788 h 5157788"/>
              <a:gd name="connsiteX3" fmla="*/ 1704975 w 3863975"/>
              <a:gd name="connsiteY3" fmla="*/ 5157788 h 5157788"/>
              <a:gd name="connsiteX4" fmla="*/ 12700 w 3863975"/>
              <a:gd name="connsiteY4" fmla="*/ 3429000 h 5157788"/>
              <a:gd name="connsiteX5" fmla="*/ 1704975 w 3863975"/>
              <a:gd name="connsiteY5" fmla="*/ 0 h 5157788"/>
              <a:gd name="connsiteX0" fmla="*/ 1707243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707243 w 3866243"/>
              <a:gd name="connsiteY5" fmla="*/ 0 h 5157788"/>
              <a:gd name="connsiteX0" fmla="*/ 1130447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130447 w 3866243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3574235 w 6310031"/>
              <a:gd name="connsiteY0" fmla="*/ 0 h 5157788"/>
              <a:gd name="connsiteX1" fmla="*/ 6310031 w 6310031"/>
              <a:gd name="connsiteY1" fmla="*/ 0 h 5157788"/>
              <a:gd name="connsiteX2" fmla="*/ 6310031 w 6310031"/>
              <a:gd name="connsiteY2" fmla="*/ 5157788 h 5157788"/>
              <a:gd name="connsiteX3" fmla="*/ 585903 w 6310031"/>
              <a:gd name="connsiteY3" fmla="*/ 5153180 h 5157788"/>
              <a:gd name="connsiteX4" fmla="*/ 1738031 w 6310031"/>
              <a:gd name="connsiteY4" fmla="*/ 3389965 h 5157788"/>
              <a:gd name="connsiteX5" fmla="*/ 3574235 w 6310031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296143 w 5724128"/>
              <a:gd name="connsiteY4" fmla="*/ 3461908 h 5157788"/>
              <a:gd name="connsiteX5" fmla="*/ 2988332 w 5724128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1188132 w 5760132"/>
              <a:gd name="connsiteY4" fmla="*/ 3425937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2160240 w 4896036"/>
              <a:gd name="connsiteY0" fmla="*/ 0 h 5157788"/>
              <a:gd name="connsiteX1" fmla="*/ 4896036 w 4896036"/>
              <a:gd name="connsiteY1" fmla="*/ 0 h 5157788"/>
              <a:gd name="connsiteX2" fmla="*/ 4896036 w 4896036"/>
              <a:gd name="connsiteY2" fmla="*/ 5157788 h 5157788"/>
              <a:gd name="connsiteX3" fmla="*/ 0 w 4896036"/>
              <a:gd name="connsiteY3" fmla="*/ 5153180 h 5157788"/>
              <a:gd name="connsiteX4" fmla="*/ 1872208 w 4896036"/>
              <a:gd name="connsiteY4" fmla="*/ 3461908 h 5157788"/>
              <a:gd name="connsiteX5" fmla="*/ 2160240 w 4896036"/>
              <a:gd name="connsiteY5" fmla="*/ 0 h 5157788"/>
              <a:gd name="connsiteX0" fmla="*/ 2232248 w 4968044"/>
              <a:gd name="connsiteY0" fmla="*/ 0 h 5157788"/>
              <a:gd name="connsiteX1" fmla="*/ 4968044 w 4968044"/>
              <a:gd name="connsiteY1" fmla="*/ 0 h 5157788"/>
              <a:gd name="connsiteX2" fmla="*/ 4968044 w 4968044"/>
              <a:gd name="connsiteY2" fmla="*/ 5157788 h 5157788"/>
              <a:gd name="connsiteX3" fmla="*/ 0 w 4968044"/>
              <a:gd name="connsiteY3" fmla="*/ 5153180 h 5157788"/>
              <a:gd name="connsiteX4" fmla="*/ 1944216 w 4968044"/>
              <a:gd name="connsiteY4" fmla="*/ 3461908 h 5157788"/>
              <a:gd name="connsiteX5" fmla="*/ 2232248 w 4968044"/>
              <a:gd name="connsiteY5" fmla="*/ 0 h 5157788"/>
              <a:gd name="connsiteX0" fmla="*/ 2207679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207679 w 4943475"/>
              <a:gd name="connsiteY5" fmla="*/ 0 h 5157788"/>
              <a:gd name="connsiteX0" fmla="*/ 2963763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963763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092200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71575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343583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9672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19672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51412" h="5157788">
                <a:moveTo>
                  <a:pt x="2706687" y="0"/>
                </a:moveTo>
                <a:lnTo>
                  <a:pt x="4951412" y="0"/>
                </a:lnTo>
                <a:lnTo>
                  <a:pt x="4951412" y="5157788"/>
                </a:lnTo>
                <a:lnTo>
                  <a:pt x="0" y="5153180"/>
                </a:lnTo>
                <a:cubicBezTo>
                  <a:pt x="84411" y="4542509"/>
                  <a:pt x="183041" y="4024723"/>
                  <a:pt x="1243508" y="2562613"/>
                </a:cubicBezTo>
                <a:cubicBezTo>
                  <a:pt x="1867447" y="1704780"/>
                  <a:pt x="2665955" y="709265"/>
                  <a:pt x="2706687" y="0"/>
                </a:cubicBezTo>
                <a:close/>
              </a:path>
            </a:pathLst>
          </a:custGeom>
          <a:solidFill>
            <a:schemeClr val="bg2"/>
          </a:solidFill>
          <a:ln w="3175">
            <a:noFill/>
          </a:ln>
        </p:spPr>
        <p:txBody>
          <a:bodyPr tIns="720000" anchor="ctr" anchorCtr="0"/>
          <a:lstStyle>
            <a:lvl1pPr algn="ctr"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3" name="Espace réservé du texte 4"/>
          <p:cNvSpPr>
            <a:spLocks noGrp="1"/>
          </p:cNvSpPr>
          <p:nvPr>
            <p:ph type="body" sz="quarter" idx="19" hasCustomPrompt="1"/>
          </p:nvPr>
        </p:nvSpPr>
        <p:spPr>
          <a:xfrm>
            <a:off x="7440085" y="5445224"/>
            <a:ext cx="4751916" cy="367521"/>
          </a:xfrm>
          <a:solidFill>
            <a:schemeClr val="bg1">
              <a:alpha val="60000"/>
            </a:schemeClr>
          </a:solidFill>
        </p:spPr>
        <p:txBody>
          <a:bodyPr anchor="ctr" anchorCtr="0"/>
          <a:lstStyle>
            <a:lvl1pPr algn="ctr">
              <a:defRPr sz="1400" b="0" i="1"/>
            </a:lvl1pPr>
            <a:lvl2pPr algn="ctr">
              <a:defRPr sz="1333" b="0" i="1"/>
            </a:lvl2pPr>
            <a:lvl3pPr algn="ctr">
              <a:defRPr sz="1200" b="0" i="1"/>
            </a:lvl3pPr>
            <a:lvl4pPr algn="ctr">
              <a:defRPr sz="1200" b="0" i="1"/>
            </a:lvl4pPr>
            <a:lvl5pPr algn="ctr">
              <a:defRPr sz="1067" b="0" i="1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5280591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B624F2D-E14E-4E49-BA55-A9C0E45F6F7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57744079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B624F2D-E14E-4E49-BA55-A9C0E45F6F7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8000"/>
            <a:ext cx="10645648" cy="204301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  17"/>
          <p:cNvSpPr>
            <a:spLocks noGrp="1"/>
          </p:cNvSpPr>
          <p:nvPr>
            <p:ph type="pic" sz="quarter" idx="13"/>
          </p:nvPr>
        </p:nvSpPr>
        <p:spPr bwMode="gray">
          <a:xfrm>
            <a:off x="-1" y="3621021"/>
            <a:ext cx="12192001" cy="2189096"/>
          </a:xfrm>
          <a:custGeom>
            <a:avLst/>
            <a:gdLst>
              <a:gd name="connsiteX0" fmla="*/ 0 w 7344000"/>
              <a:gd name="connsiteY0" fmla="*/ 0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0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44000" h="1728787">
                <a:moveTo>
                  <a:pt x="0" y="605117"/>
                </a:moveTo>
                <a:cubicBezTo>
                  <a:pt x="2817794" y="551329"/>
                  <a:pt x="3342865" y="73959"/>
                  <a:pt x="7344000" y="0"/>
                </a:cubicBezTo>
                <a:lnTo>
                  <a:pt x="7344000" y="1728787"/>
                </a:lnTo>
                <a:lnTo>
                  <a:pt x="0" y="1728787"/>
                </a:lnTo>
                <a:lnTo>
                  <a:pt x="0" y="605117"/>
                </a:lnTo>
                <a:close/>
              </a:path>
            </a:pathLst>
          </a:custGeo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98214402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C2D4482D-E5DD-4F27-9EDB-65021D09A79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3539548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C2D4482D-E5DD-4F27-9EDB-65021D09A79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1"/>
            <a:ext cx="5424000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751499" y="1603201"/>
            <a:ext cx="4768501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341642248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95E8836-1B9E-4C49-AA79-82DA9E27294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0923967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95E8836-1B9E-4C49-AA79-82DA9E27294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E8C5DFED-F2B7-411C-9518-86880D4D2C7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10848000" cy="249667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633779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5" name="Titr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177494869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&amp;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CB97CF4-6117-4A85-8264-8292F20915E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3019117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CB97CF4-6117-4A85-8264-8292F20915E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6384967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1999" y="3307201"/>
            <a:ext cx="6384967" cy="2498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6384967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7680176" y="753401"/>
            <a:ext cx="3839824" cy="5014516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137578290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03F2CB7A-1E95-4ABC-A10B-3CDA6CBC522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016559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03F2CB7A-1E95-4ABC-A10B-3CDA6CBC52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5424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6768000" y="3309347"/>
            <a:ext cx="475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40286281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3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249BDB2D-AAE5-4C6F-ACDF-CED57C6F3F2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92467391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249BDB2D-AAE5-4C6F-ACDF-CED57C6F3F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3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4167359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8" hasCustomPrompt="1"/>
          </p:nvPr>
        </p:nvSpPr>
        <p:spPr bwMode="gray">
          <a:xfrm>
            <a:off x="76468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389386196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B1250B9-F55C-4042-8FB6-D2393157626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5439306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B1250B9-F55C-4042-8FB6-D2393157626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096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3" name="Espace réservé du contenu 2"/>
          <p:cNvSpPr>
            <a:spLocks noGrp="1"/>
          </p:cNvSpPr>
          <p:nvPr>
            <p:ph idx="14" hasCustomPrompt="1"/>
          </p:nvPr>
        </p:nvSpPr>
        <p:spPr bwMode="gray">
          <a:xfrm>
            <a:off x="672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5" hasCustomPrompt="1"/>
          </p:nvPr>
        </p:nvSpPr>
        <p:spPr bwMode="gray">
          <a:xfrm>
            <a:off x="6096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729271001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BEF7C3DA-2958-445D-9B93-FE56BA0540B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685312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BEF7C3DA-2958-445D-9B93-FE56BA0540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672000" y="1603201"/>
            <a:ext cx="10848000" cy="4156800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3167502999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DDEA8F17-95C7-470F-8043-D051CFF6D73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0344740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DDEA8F17-95C7-470F-8043-D051CFF6D73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936627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2638824"/>
            <a:ext cx="4896000" cy="324000"/>
          </a:xfrm>
          <a:solidFill>
            <a:schemeClr val="accent1"/>
          </a:solidFill>
          <a:ln w="9525">
            <a:solidFill>
              <a:schemeClr val="accent1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2962824"/>
            <a:ext cx="4896000" cy="2352000"/>
          </a:xfrm>
          <a:ln w="9525">
            <a:solidFill>
              <a:schemeClr val="accent1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000" y="2638824"/>
            <a:ext cx="4896000" cy="324000"/>
          </a:xfrm>
          <a:solidFill>
            <a:schemeClr val="accent2"/>
          </a:solidFill>
          <a:ln w="9525">
            <a:solidFill>
              <a:schemeClr val="accent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000" y="2962824"/>
            <a:ext cx="4896000" cy="2352000"/>
          </a:xfrm>
          <a:ln w="9525">
            <a:solidFill>
              <a:schemeClr val="accent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96267035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CD79D9DD-29F6-4795-8218-0A21F32E9D9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5873368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CD79D9DD-29F6-4795-8218-0A21F32E9D9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pic>
        <p:nvPicPr>
          <p:cNvPr id="10" name="table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1192419" y="1653712"/>
            <a:ext cx="4465240" cy="1788160"/>
          </a:xfrm>
          <a:prstGeom prst="rect">
            <a:avLst/>
          </a:prstGeom>
        </p:spPr>
      </p:pic>
      <p:pic>
        <p:nvPicPr>
          <p:cNvPr id="12" name="table"/>
          <p:cNvPicPr>
            <a:picLocks noChangeAspect="1"/>
          </p:cNvPicPr>
          <p:nvPr userDrawn="1"/>
        </p:nvPicPr>
        <p:blipFill>
          <a:blip r:embed="rId6"/>
          <a:stretch>
            <a:fillRect/>
          </a:stretch>
        </p:blipFill>
        <p:spPr>
          <a:xfrm>
            <a:off x="6534343" y="1653712"/>
            <a:ext cx="4465240" cy="1788160"/>
          </a:xfrm>
          <a:prstGeom prst="rect">
            <a:avLst/>
          </a:prstGeom>
        </p:spPr>
      </p:pic>
      <p:pic>
        <p:nvPicPr>
          <p:cNvPr id="13" name="table"/>
          <p:cNvPicPr>
            <a:picLocks noChangeAspect="1"/>
          </p:cNvPicPr>
          <p:nvPr userDrawn="1"/>
        </p:nvPicPr>
        <p:blipFill>
          <a:blip r:embed="rId7"/>
          <a:stretch>
            <a:fillRect/>
          </a:stretch>
        </p:blipFill>
        <p:spPr>
          <a:xfrm>
            <a:off x="1192419" y="3813043"/>
            <a:ext cx="4465240" cy="1788160"/>
          </a:xfrm>
          <a:prstGeom prst="rect">
            <a:avLst/>
          </a:prstGeom>
        </p:spPr>
      </p:pic>
      <p:pic>
        <p:nvPicPr>
          <p:cNvPr id="14" name="table"/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6534343" y="3813043"/>
            <a:ext cx="4465240" cy="1788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8794110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731F15DA-7CBD-4654-81B5-14E8AAAB4F4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3808609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731F15DA-7CBD-4654-81B5-14E8AAAB4F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795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795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366563334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0AFF9D59-C6DE-4643-92AC-FC7504C11FD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1473174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0AFF9D59-C6DE-4643-92AC-FC7504C11FD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Image 17" descr="Image_03.jpg"/>
          <p:cNvPicPr>
            <a:picLocks noChangeAspect="1"/>
          </p:cNvPicPr>
          <p:nvPr userDrawn="1"/>
        </p:nvPicPr>
        <p:blipFill>
          <a:blip r:embed="rId5" cstate="print"/>
          <a:stretch>
            <a:fillRect/>
          </a:stretch>
        </p:blipFill>
        <p:spPr bwMode="gray">
          <a:xfrm>
            <a:off x="6620071" y="-16850"/>
            <a:ext cx="5591179" cy="5712068"/>
          </a:xfrm>
          <a:prstGeom prst="rect">
            <a:avLst/>
          </a:prstGeom>
        </p:spPr>
      </p:pic>
      <p:sp>
        <p:nvSpPr>
          <p:cNvPr id="13" name="Forme libre 12"/>
          <p:cNvSpPr/>
          <p:nvPr userDrawn="1"/>
        </p:nvSpPr>
        <p:spPr>
          <a:xfrm>
            <a:off x="3" y="0"/>
            <a:ext cx="9394668" cy="5160000"/>
          </a:xfrm>
          <a:custGeom>
            <a:avLst/>
            <a:gdLst>
              <a:gd name="connsiteX0" fmla="*/ 0 w 7046001"/>
              <a:gd name="connsiteY0" fmla="*/ 0 h 3870000"/>
              <a:gd name="connsiteX1" fmla="*/ 7046001 w 7046001"/>
              <a:gd name="connsiteY1" fmla="*/ 0 h 3870000"/>
              <a:gd name="connsiteX2" fmla="*/ 5146256 w 7046001"/>
              <a:gd name="connsiteY2" fmla="*/ 3580448 h 3870000"/>
              <a:gd name="connsiteX3" fmla="*/ 5116340 w 7046001"/>
              <a:gd name="connsiteY3" fmla="*/ 3870000 h 3870000"/>
              <a:gd name="connsiteX4" fmla="*/ 0 w 7046001"/>
              <a:gd name="connsiteY4" fmla="*/ 3870000 h 387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46001" h="3870000">
                <a:moveTo>
                  <a:pt x="0" y="0"/>
                </a:moveTo>
                <a:lnTo>
                  <a:pt x="7046001" y="0"/>
                </a:lnTo>
                <a:cubicBezTo>
                  <a:pt x="7040718" y="945283"/>
                  <a:pt x="5396983" y="2115735"/>
                  <a:pt x="5146256" y="3580448"/>
                </a:cubicBezTo>
                <a:lnTo>
                  <a:pt x="5116340" y="3870000"/>
                </a:lnTo>
                <a:lnTo>
                  <a:pt x="0" y="3870000"/>
                </a:lnTo>
                <a:close/>
              </a:path>
            </a:pathLst>
          </a:custGeom>
          <a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3600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04610876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8BE37F2D-FFB9-42E2-8171-4FF77FCBAB1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4396535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8BE37F2D-FFB9-42E2-8171-4FF77FCBAB1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Image 12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sp>
        <p:nvSpPr>
          <p:cNvPr id="20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58352310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2E6022C-520D-4957-AAA7-3291409ADB9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8051674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2E6022C-520D-4957-AAA7-3291409ADB9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E0ACC9CD-8E19-46E9-B1FC-79F3E8518D5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BRAND COLOUR PALETTE</a:t>
            </a:r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6" name="ZoneTexte 5"/>
          <p:cNvSpPr txBox="1"/>
          <p:nvPr userDrawn="1"/>
        </p:nvSpPr>
        <p:spPr>
          <a:xfrm>
            <a:off x="672000" y="1506440"/>
            <a:ext cx="4358557" cy="299253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Primary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Corporate colours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Strategic Goal Colours</a:t>
            </a:r>
          </a:p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Secondary</a:t>
            </a:r>
          </a:p>
        </p:txBody>
      </p:sp>
      <p:sp>
        <p:nvSpPr>
          <p:cNvPr id="7" name="Freeform 8"/>
          <p:cNvSpPr>
            <a:spLocks noChangeAspect="1"/>
          </p:cNvSpPr>
          <p:nvPr userDrawn="1"/>
        </p:nvSpPr>
        <p:spPr bwMode="auto">
          <a:xfrm>
            <a:off x="5012245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" name="Rectangle 7"/>
          <p:cNvSpPr/>
          <p:nvPr userDrawn="1"/>
        </p:nvSpPr>
        <p:spPr>
          <a:xfrm>
            <a:off x="5505451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49" name="Rectangle 48"/>
          <p:cNvSpPr/>
          <p:nvPr userDrawn="1"/>
        </p:nvSpPr>
        <p:spPr>
          <a:xfrm>
            <a:off x="6239685" y="5185225"/>
            <a:ext cx="4224801" cy="63552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r>
              <a:rPr lang="en-US" sz="1200" b="1" noProof="0">
                <a:solidFill>
                  <a:schemeClr val="tx1"/>
                </a:solidFill>
              </a:rPr>
              <a:t>Please use the four Gavi corporate colours where possible.  Specific strategic goals </a:t>
            </a:r>
            <a:br>
              <a:rPr lang="en-US" sz="1200" b="1" noProof="0">
                <a:solidFill>
                  <a:schemeClr val="tx1"/>
                </a:solidFill>
              </a:rPr>
            </a:br>
            <a:r>
              <a:rPr lang="en-US" sz="1200" b="1" noProof="0">
                <a:solidFill>
                  <a:schemeClr val="tx1"/>
                </a:solidFill>
              </a:rPr>
              <a:t>or vaccines should be highlighted using the key above. </a:t>
            </a:r>
          </a:p>
        </p:txBody>
      </p:sp>
      <p:sp>
        <p:nvSpPr>
          <p:cNvPr id="65" name="Freeform 8"/>
          <p:cNvSpPr>
            <a:spLocks noChangeAspect="1"/>
          </p:cNvSpPr>
          <p:nvPr userDrawn="1"/>
        </p:nvSpPr>
        <p:spPr bwMode="auto">
          <a:xfrm>
            <a:off x="645743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6" name="Rectangle 65"/>
          <p:cNvSpPr/>
          <p:nvPr userDrawn="1"/>
        </p:nvSpPr>
        <p:spPr>
          <a:xfrm>
            <a:off x="695064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68" name="Freeform 8"/>
          <p:cNvSpPr>
            <a:spLocks noChangeAspect="1"/>
          </p:cNvSpPr>
          <p:nvPr userDrawn="1"/>
        </p:nvSpPr>
        <p:spPr bwMode="auto">
          <a:xfrm>
            <a:off x="7869403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9" name="Rectangle 68"/>
          <p:cNvSpPr/>
          <p:nvPr userDrawn="1"/>
        </p:nvSpPr>
        <p:spPr>
          <a:xfrm>
            <a:off x="8362608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71" name="Freeform 8"/>
          <p:cNvSpPr>
            <a:spLocks noChangeAspect="1"/>
          </p:cNvSpPr>
          <p:nvPr userDrawn="1"/>
        </p:nvSpPr>
        <p:spPr bwMode="auto">
          <a:xfrm>
            <a:off x="949311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2" name="Rectangle 71"/>
          <p:cNvSpPr/>
          <p:nvPr userDrawn="1"/>
        </p:nvSpPr>
        <p:spPr>
          <a:xfrm>
            <a:off x="998632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  <p:sp>
        <p:nvSpPr>
          <p:cNvPr id="74" name="Freeform 8"/>
          <p:cNvSpPr>
            <a:spLocks noChangeAspect="1"/>
          </p:cNvSpPr>
          <p:nvPr userDrawn="1"/>
        </p:nvSpPr>
        <p:spPr bwMode="auto">
          <a:xfrm>
            <a:off x="5012245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5" name="Rectangle 74"/>
          <p:cNvSpPr/>
          <p:nvPr userDrawn="1"/>
        </p:nvSpPr>
        <p:spPr>
          <a:xfrm>
            <a:off x="5505451" y="2315392"/>
            <a:ext cx="951987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ACCELERATE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VACCINES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144</a:t>
            </a:r>
          </a:p>
        </p:txBody>
      </p:sp>
      <p:sp>
        <p:nvSpPr>
          <p:cNvPr id="77" name="Freeform 8"/>
          <p:cNvSpPr>
            <a:spLocks noChangeAspect="1"/>
          </p:cNvSpPr>
          <p:nvPr userDrawn="1"/>
        </p:nvSpPr>
        <p:spPr bwMode="auto">
          <a:xfrm>
            <a:off x="645743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8" name="Rectangle 77"/>
          <p:cNvSpPr/>
          <p:nvPr userDrawn="1"/>
        </p:nvSpPr>
        <p:spPr>
          <a:xfrm>
            <a:off x="6950643" y="2315392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STRENGTHEN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CAPACITY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105</a:t>
            </a:r>
          </a:p>
        </p:txBody>
      </p:sp>
      <p:sp>
        <p:nvSpPr>
          <p:cNvPr id="80" name="Freeform 8"/>
          <p:cNvSpPr>
            <a:spLocks noChangeAspect="1"/>
          </p:cNvSpPr>
          <p:nvPr userDrawn="1"/>
        </p:nvSpPr>
        <p:spPr bwMode="auto">
          <a:xfrm>
            <a:off x="7869403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1" name="Rectangle 80"/>
          <p:cNvSpPr/>
          <p:nvPr userDrawn="1"/>
        </p:nvSpPr>
        <p:spPr>
          <a:xfrm>
            <a:off x="8362608" y="2315392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INCREASE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PREDICTABILITY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83" name="Freeform 8"/>
          <p:cNvSpPr>
            <a:spLocks noChangeAspect="1"/>
          </p:cNvSpPr>
          <p:nvPr userDrawn="1"/>
        </p:nvSpPr>
        <p:spPr bwMode="auto">
          <a:xfrm>
            <a:off x="949311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4" name="Rectangle 83"/>
          <p:cNvSpPr/>
          <p:nvPr userDrawn="1"/>
        </p:nvSpPr>
        <p:spPr>
          <a:xfrm>
            <a:off x="9986323" y="2315392"/>
            <a:ext cx="1054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SHAPE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THE MARKET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97" name="Freeform 8"/>
          <p:cNvSpPr>
            <a:spLocks noChangeAspect="1"/>
          </p:cNvSpPr>
          <p:nvPr userDrawn="1"/>
        </p:nvSpPr>
        <p:spPr bwMode="auto">
          <a:xfrm>
            <a:off x="5012245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ED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8" name="Rectangle 97"/>
          <p:cNvSpPr/>
          <p:nvPr userDrawn="1"/>
        </p:nvSpPr>
        <p:spPr>
          <a:xfrm>
            <a:off x="5505451" y="3236979"/>
            <a:ext cx="951987" cy="8047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IPV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INJECTABLE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POLIO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220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95" name="Freeform 8"/>
          <p:cNvSpPr>
            <a:spLocks noChangeAspect="1"/>
          </p:cNvSpPr>
          <p:nvPr userDrawn="1"/>
        </p:nvSpPr>
        <p:spPr bwMode="auto">
          <a:xfrm>
            <a:off x="645743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B288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6" name="Rectangle 95"/>
          <p:cNvSpPr/>
          <p:nvPr userDrawn="1"/>
        </p:nvSpPr>
        <p:spPr>
          <a:xfrm>
            <a:off x="6950643" y="3398520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JAPANESE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ENCEPHALITIS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93" name="Freeform 8"/>
          <p:cNvSpPr>
            <a:spLocks noChangeAspect="1"/>
          </p:cNvSpPr>
          <p:nvPr userDrawn="1"/>
        </p:nvSpPr>
        <p:spPr bwMode="auto">
          <a:xfrm>
            <a:off x="7869403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41B6E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4" name="Rectangle 93"/>
          <p:cNvSpPr/>
          <p:nvPr userDrawn="1"/>
        </p:nvSpPr>
        <p:spPr>
          <a:xfrm>
            <a:off x="836260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182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230</a:t>
            </a:r>
          </a:p>
        </p:txBody>
      </p:sp>
      <p:sp>
        <p:nvSpPr>
          <p:cNvPr id="91" name="Freeform 8"/>
          <p:cNvSpPr>
            <a:spLocks noChangeAspect="1"/>
          </p:cNvSpPr>
          <p:nvPr userDrawn="1"/>
        </p:nvSpPr>
        <p:spPr bwMode="auto">
          <a:xfrm>
            <a:off x="949311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7A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2" name="Rectangle 91"/>
          <p:cNvSpPr/>
          <p:nvPr userDrawn="1"/>
        </p:nvSpPr>
        <p:spPr>
          <a:xfrm>
            <a:off x="9986323" y="3398520"/>
            <a:ext cx="910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2</a:t>
            </a:r>
            <a:r>
              <a:rPr lang="en-US" sz="933" b="1" baseline="30000" noProof="0">
                <a:solidFill>
                  <a:schemeClr val="tx1"/>
                </a:solidFill>
              </a:rPr>
              <a:t>ND</a:t>
            </a:r>
            <a:r>
              <a:rPr lang="en-US" sz="933" b="1" noProof="0">
                <a:solidFill>
                  <a:schemeClr val="tx1"/>
                </a:solidFill>
              </a:rPr>
              <a:t> DOSE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169</a:t>
            </a:r>
          </a:p>
        </p:txBody>
      </p:sp>
      <p:sp>
        <p:nvSpPr>
          <p:cNvPr id="110" name="Freeform 8"/>
          <p:cNvSpPr>
            <a:spLocks noChangeAspect="1"/>
          </p:cNvSpPr>
          <p:nvPr userDrawn="1"/>
        </p:nvSpPr>
        <p:spPr bwMode="auto">
          <a:xfrm>
            <a:off x="5012245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33A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11" name="Rectangle 110"/>
          <p:cNvSpPr/>
          <p:nvPr userDrawn="1"/>
        </p:nvSpPr>
        <p:spPr>
          <a:xfrm>
            <a:off x="5505450" y="4242296"/>
            <a:ext cx="73423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PNEUMO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160</a:t>
            </a:r>
          </a:p>
        </p:txBody>
      </p:sp>
      <p:sp>
        <p:nvSpPr>
          <p:cNvPr id="108" name="Freeform 8"/>
          <p:cNvSpPr>
            <a:spLocks noChangeAspect="1"/>
          </p:cNvSpPr>
          <p:nvPr userDrawn="1"/>
        </p:nvSpPr>
        <p:spPr bwMode="auto">
          <a:xfrm>
            <a:off x="645743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860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9" name="Rectangle 108"/>
          <p:cNvSpPr/>
          <p:nvPr userDrawn="1"/>
        </p:nvSpPr>
        <p:spPr>
          <a:xfrm>
            <a:off x="6950643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ROTAVIRUS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24</a:t>
            </a:r>
          </a:p>
        </p:txBody>
      </p:sp>
      <p:sp>
        <p:nvSpPr>
          <p:cNvPr id="106" name="Freeform 8"/>
          <p:cNvSpPr>
            <a:spLocks noChangeAspect="1"/>
          </p:cNvSpPr>
          <p:nvPr userDrawn="1"/>
        </p:nvSpPr>
        <p:spPr bwMode="auto">
          <a:xfrm>
            <a:off x="7869403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EAAA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7" name="Rectangle 106"/>
          <p:cNvSpPr/>
          <p:nvPr userDrawn="1"/>
        </p:nvSpPr>
        <p:spPr>
          <a:xfrm>
            <a:off x="8362608" y="4242296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YELLOW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FEVER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234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170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104" name="Freeform 8"/>
          <p:cNvSpPr>
            <a:spLocks noChangeAspect="1"/>
          </p:cNvSpPr>
          <p:nvPr userDrawn="1"/>
        </p:nvSpPr>
        <p:spPr bwMode="auto">
          <a:xfrm>
            <a:off x="949311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7D7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5" name="Rectangle 104"/>
          <p:cNvSpPr/>
          <p:nvPr userDrawn="1"/>
        </p:nvSpPr>
        <p:spPr>
          <a:xfrm>
            <a:off x="9986323" y="4242296"/>
            <a:ext cx="76619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TYPHOÏD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125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112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97</a:t>
            </a:r>
          </a:p>
        </p:txBody>
      </p:sp>
      <p:sp>
        <p:nvSpPr>
          <p:cNvPr id="123" name="Freeform 8"/>
          <p:cNvSpPr>
            <a:spLocks noChangeAspect="1"/>
          </p:cNvSpPr>
          <p:nvPr userDrawn="1"/>
        </p:nvSpPr>
        <p:spPr bwMode="auto">
          <a:xfrm>
            <a:off x="672000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F5C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4" name="Rectangle 123"/>
          <p:cNvSpPr/>
          <p:nvPr userDrawn="1"/>
        </p:nvSpPr>
        <p:spPr>
          <a:xfrm>
            <a:off x="1165206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CHOLERA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55</a:t>
            </a:r>
          </a:p>
        </p:txBody>
      </p:sp>
      <p:sp>
        <p:nvSpPr>
          <p:cNvPr id="121" name="Freeform 8"/>
          <p:cNvSpPr>
            <a:spLocks noChangeAspect="1"/>
          </p:cNvSpPr>
          <p:nvPr userDrawn="1"/>
        </p:nvSpPr>
        <p:spPr bwMode="auto">
          <a:xfrm>
            <a:off x="2117192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500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2" name="Rectangle 121"/>
          <p:cNvSpPr/>
          <p:nvPr userDrawn="1"/>
        </p:nvSpPr>
        <p:spPr>
          <a:xfrm>
            <a:off x="261039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HEPB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213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50</a:t>
            </a:r>
          </a:p>
        </p:txBody>
      </p:sp>
      <p:sp>
        <p:nvSpPr>
          <p:cNvPr id="119" name="Freeform 8"/>
          <p:cNvSpPr>
            <a:spLocks noChangeAspect="1"/>
          </p:cNvSpPr>
          <p:nvPr userDrawn="1"/>
        </p:nvSpPr>
        <p:spPr bwMode="auto">
          <a:xfrm>
            <a:off x="352915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F59B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0" name="Rectangle 119"/>
          <p:cNvSpPr/>
          <p:nvPr userDrawn="1"/>
        </p:nvSpPr>
        <p:spPr>
          <a:xfrm>
            <a:off x="4022363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HPV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245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187</a:t>
            </a:r>
          </a:p>
        </p:txBody>
      </p:sp>
      <p:sp>
        <p:nvSpPr>
          <p:cNvPr id="126" name="Freeform 8"/>
          <p:cNvSpPr>
            <a:spLocks noChangeAspect="1"/>
          </p:cNvSpPr>
          <p:nvPr userDrawn="1"/>
        </p:nvSpPr>
        <p:spPr bwMode="auto">
          <a:xfrm>
            <a:off x="5012245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463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7" name="Rectangle 126"/>
          <p:cNvSpPr/>
          <p:nvPr userDrawn="1"/>
        </p:nvSpPr>
        <p:spPr>
          <a:xfrm>
            <a:off x="5505451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RABIES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99</a:t>
            </a:r>
          </a:p>
        </p:txBody>
      </p:sp>
      <p:sp>
        <p:nvSpPr>
          <p:cNvPr id="137" name="Freeform 8"/>
          <p:cNvSpPr>
            <a:spLocks noChangeAspect="1"/>
          </p:cNvSpPr>
          <p:nvPr userDrawn="1"/>
        </p:nvSpPr>
        <p:spPr bwMode="auto">
          <a:xfrm>
            <a:off x="672000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5A7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8" name="Rectangle 137"/>
          <p:cNvSpPr/>
          <p:nvPr userDrawn="1"/>
        </p:nvSpPr>
        <p:spPr>
          <a:xfrm>
            <a:off x="1165205" y="4242296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RUBELLA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112</a:t>
            </a:r>
          </a:p>
        </p:txBody>
      </p:sp>
      <p:sp>
        <p:nvSpPr>
          <p:cNvPr id="135" name="Freeform 8"/>
          <p:cNvSpPr>
            <a:spLocks noChangeAspect="1"/>
          </p:cNvSpPr>
          <p:nvPr userDrawn="1"/>
        </p:nvSpPr>
        <p:spPr bwMode="auto">
          <a:xfrm>
            <a:off x="2117192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63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6" name="Rectangle 135"/>
          <p:cNvSpPr/>
          <p:nvPr userDrawn="1"/>
        </p:nvSpPr>
        <p:spPr>
          <a:xfrm>
            <a:off x="2610397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MENINGITIS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57</a:t>
            </a:r>
          </a:p>
        </p:txBody>
      </p:sp>
      <p:sp>
        <p:nvSpPr>
          <p:cNvPr id="133" name="Freeform 8"/>
          <p:cNvSpPr>
            <a:spLocks noChangeAspect="1"/>
          </p:cNvSpPr>
          <p:nvPr userDrawn="1"/>
        </p:nvSpPr>
        <p:spPr bwMode="auto">
          <a:xfrm>
            <a:off x="352915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532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4" name="Rectangle 133"/>
          <p:cNvSpPr/>
          <p:nvPr userDrawn="1"/>
        </p:nvSpPr>
        <p:spPr>
          <a:xfrm>
            <a:off x="4022363" y="4242296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PENTA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DTP–HEP-HIB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121</a:t>
            </a:r>
          </a:p>
        </p:txBody>
      </p:sp>
      <p:sp>
        <p:nvSpPr>
          <p:cNvPr id="149" name="Freeform 8"/>
          <p:cNvSpPr>
            <a:spLocks noChangeAspect="1"/>
          </p:cNvSpPr>
          <p:nvPr userDrawn="1"/>
        </p:nvSpPr>
        <p:spPr bwMode="auto">
          <a:xfrm>
            <a:off x="672000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6C6C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50" name="Rectangle 149"/>
          <p:cNvSpPr/>
          <p:nvPr userDrawn="1"/>
        </p:nvSpPr>
        <p:spPr>
          <a:xfrm>
            <a:off x="1165205" y="5107517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DENGUE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</p:txBody>
      </p:sp>
      <p:sp>
        <p:nvSpPr>
          <p:cNvPr id="147" name="Freeform 8"/>
          <p:cNvSpPr>
            <a:spLocks noChangeAspect="1"/>
          </p:cNvSpPr>
          <p:nvPr userDrawn="1"/>
        </p:nvSpPr>
        <p:spPr bwMode="auto">
          <a:xfrm>
            <a:off x="2117192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8A8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8" name="Rectangle 147"/>
          <p:cNvSpPr/>
          <p:nvPr userDrawn="1"/>
        </p:nvSpPr>
        <p:spPr>
          <a:xfrm>
            <a:off x="2610398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MALARIA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167</a:t>
            </a:r>
          </a:p>
        </p:txBody>
      </p:sp>
      <p:sp>
        <p:nvSpPr>
          <p:cNvPr id="145" name="Freeform 8"/>
          <p:cNvSpPr>
            <a:spLocks noChangeAspect="1"/>
          </p:cNvSpPr>
          <p:nvPr userDrawn="1"/>
        </p:nvSpPr>
        <p:spPr bwMode="auto">
          <a:xfrm>
            <a:off x="3529157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8787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6" name="Rectangle 145"/>
          <p:cNvSpPr/>
          <p:nvPr userDrawn="1"/>
        </p:nvSpPr>
        <p:spPr>
          <a:xfrm>
            <a:off x="4022363" y="5107517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MATERNAL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FLU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</p:spTree>
    <p:extLst>
      <p:ext uri="{BB962C8B-B14F-4D97-AF65-F5344CB8AC3E}">
        <p14:creationId xmlns:p14="http://schemas.microsoft.com/office/powerpoint/2010/main" val="336186622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ABA6D6-C3C4-4D4D-ABD0-FCBA65A91B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BE8F94B-3E3A-456C-A2FB-D0C501D012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960732511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F3EFC053-8E7E-4AF4-AA92-54C24ED8971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07058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F3EFC053-8E7E-4AF4-AA92-54C24ED8971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Image 16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13" name="Image 12" descr="Bas_couv.png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84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64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8" name="Rectangle 17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711877413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C4B7C409-49ED-4747-9112-F111A48B8E7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6446761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C4B7C409-49ED-4747-9112-F111A48B8E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4" name="Image 2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23" name="Image 22" descr="Bas_couv.png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96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8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35525084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E05CE4D4-477E-433E-BD95-252A574D95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6180407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E05CE4D4-477E-433E-BD95-252A574D95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Image 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0"/>
            <a:ext cx="3453377" cy="6858000"/>
          </a:xfrm>
          <a:prstGeom prst="rect">
            <a:avLst/>
          </a:prstGeom>
        </p:spPr>
      </p:pic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3672000" y="1037167"/>
            <a:ext cx="7368533" cy="1646864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3672000" y="2902572"/>
            <a:ext cx="7368533" cy="2903445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texte 9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0" y="1"/>
            <a:ext cx="2495211" cy="4990431"/>
          </a:xfrm>
        </p:spPr>
        <p:txBody>
          <a:bodyPr/>
          <a:lstStyle>
            <a:lvl1pPr algn="r">
              <a:defRPr sz="22133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0</a:t>
            </a:r>
          </a:p>
        </p:txBody>
      </p:sp>
      <p:sp>
        <p:nvSpPr>
          <p:cNvPr id="12" name="Espace réservé du numéro de diapositive 11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3672000" y="2777245"/>
            <a:ext cx="134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739169254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70A0C763-B999-49B8-8CE5-235EB25E061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3808419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70A0C763-B999-49B8-8CE5-235EB25E061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10848000" cy="41904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numéro de diapositive 13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672015797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4CB55DB6-3F1C-45F9-A4EC-8F28898D15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1764206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4CB55DB6-3F1C-45F9-A4EC-8F28898D15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4357648" y="1607999"/>
            <a:ext cx="6960000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pour une image 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0" y="1707856"/>
            <a:ext cx="4072411" cy="4098163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759779306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4A38B8A-8108-4E29-A3DE-4C15C17FE4C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4843714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4A38B8A-8108-4E29-A3DE-4C15C17FE4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7999"/>
            <a:ext cx="6672139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  17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7439389" y="5168"/>
            <a:ext cx="4752611" cy="5807451"/>
          </a:xfrm>
          <a:custGeom>
            <a:avLst/>
            <a:gdLst>
              <a:gd name="connsiteX0" fmla="*/ 0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0 w 3851275"/>
              <a:gd name="connsiteY4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1692275 w 3851275"/>
              <a:gd name="connsiteY4" fmla="*/ 0 h 5157788"/>
              <a:gd name="connsiteX0" fmla="*/ 0 w 2159000"/>
              <a:gd name="connsiteY0" fmla="*/ 0 h 5157788"/>
              <a:gd name="connsiteX1" fmla="*/ 2159000 w 2159000"/>
              <a:gd name="connsiteY1" fmla="*/ 0 h 5157788"/>
              <a:gd name="connsiteX2" fmla="*/ 2159000 w 2159000"/>
              <a:gd name="connsiteY2" fmla="*/ 5157788 h 5157788"/>
              <a:gd name="connsiteX3" fmla="*/ 0 w 2159000"/>
              <a:gd name="connsiteY3" fmla="*/ 5157788 h 5157788"/>
              <a:gd name="connsiteX4" fmla="*/ 0 w 2159000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3568576 w 5727576"/>
              <a:gd name="connsiteY0" fmla="*/ 0 h 5157788"/>
              <a:gd name="connsiteX1" fmla="*/ 5727576 w 5727576"/>
              <a:gd name="connsiteY1" fmla="*/ 0 h 5157788"/>
              <a:gd name="connsiteX2" fmla="*/ 5727576 w 5727576"/>
              <a:gd name="connsiteY2" fmla="*/ 5157788 h 5157788"/>
              <a:gd name="connsiteX3" fmla="*/ 3568576 w 5727576"/>
              <a:gd name="connsiteY3" fmla="*/ 5157788 h 5157788"/>
              <a:gd name="connsiteX4" fmla="*/ 3568576 w 5727576"/>
              <a:gd name="connsiteY4" fmla="*/ 0 h 5157788"/>
              <a:gd name="connsiteX0" fmla="*/ 3306355 w 5465355"/>
              <a:gd name="connsiteY0" fmla="*/ 0 h 5157788"/>
              <a:gd name="connsiteX1" fmla="*/ 5465355 w 5465355"/>
              <a:gd name="connsiteY1" fmla="*/ 0 h 5157788"/>
              <a:gd name="connsiteX2" fmla="*/ 5465355 w 5465355"/>
              <a:gd name="connsiteY2" fmla="*/ 5157788 h 5157788"/>
              <a:gd name="connsiteX3" fmla="*/ 3306355 w 5465355"/>
              <a:gd name="connsiteY3" fmla="*/ 5157788 h 5157788"/>
              <a:gd name="connsiteX4" fmla="*/ 3306355 w 5465355"/>
              <a:gd name="connsiteY4" fmla="*/ 0 h 5157788"/>
              <a:gd name="connsiteX0" fmla="*/ 1416957 w 3575957"/>
              <a:gd name="connsiteY0" fmla="*/ 0 h 5157788"/>
              <a:gd name="connsiteX1" fmla="*/ 3575957 w 3575957"/>
              <a:gd name="connsiteY1" fmla="*/ 0 h 5157788"/>
              <a:gd name="connsiteX2" fmla="*/ 3575957 w 3575957"/>
              <a:gd name="connsiteY2" fmla="*/ 5157788 h 5157788"/>
              <a:gd name="connsiteX3" fmla="*/ 1416957 w 3575957"/>
              <a:gd name="connsiteY3" fmla="*/ 5157788 h 5157788"/>
              <a:gd name="connsiteX4" fmla="*/ 0 w 3575957"/>
              <a:gd name="connsiteY4" fmla="*/ 3339193 h 5157788"/>
              <a:gd name="connsiteX5" fmla="*/ 1416957 w 3575957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6017419"/>
              <a:gd name="connsiteX1" fmla="*/ 3851275 w 3851275"/>
              <a:gd name="connsiteY1" fmla="*/ 0 h 6017419"/>
              <a:gd name="connsiteX2" fmla="*/ 3851275 w 3851275"/>
              <a:gd name="connsiteY2" fmla="*/ 5157788 h 6017419"/>
              <a:gd name="connsiteX3" fmla="*/ 1692275 w 3851275"/>
              <a:gd name="connsiteY3" fmla="*/ 5157788 h 6017419"/>
              <a:gd name="connsiteX4" fmla="*/ 0 w 3851275"/>
              <a:gd name="connsiteY4" fmla="*/ 3284984 h 6017419"/>
              <a:gd name="connsiteX5" fmla="*/ 1692275 w 3851275"/>
              <a:gd name="connsiteY5" fmla="*/ 0 h 6017419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04975 w 3863975"/>
              <a:gd name="connsiteY0" fmla="*/ 0 h 5157788"/>
              <a:gd name="connsiteX1" fmla="*/ 3863975 w 3863975"/>
              <a:gd name="connsiteY1" fmla="*/ 0 h 5157788"/>
              <a:gd name="connsiteX2" fmla="*/ 3863975 w 3863975"/>
              <a:gd name="connsiteY2" fmla="*/ 5157788 h 5157788"/>
              <a:gd name="connsiteX3" fmla="*/ 1704975 w 3863975"/>
              <a:gd name="connsiteY3" fmla="*/ 5157788 h 5157788"/>
              <a:gd name="connsiteX4" fmla="*/ 12700 w 3863975"/>
              <a:gd name="connsiteY4" fmla="*/ 3429000 h 5157788"/>
              <a:gd name="connsiteX5" fmla="*/ 1704975 w 3863975"/>
              <a:gd name="connsiteY5" fmla="*/ 0 h 5157788"/>
              <a:gd name="connsiteX0" fmla="*/ 1707243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707243 w 3866243"/>
              <a:gd name="connsiteY5" fmla="*/ 0 h 5157788"/>
              <a:gd name="connsiteX0" fmla="*/ 1130447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130447 w 3866243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3574235 w 6310031"/>
              <a:gd name="connsiteY0" fmla="*/ 0 h 5157788"/>
              <a:gd name="connsiteX1" fmla="*/ 6310031 w 6310031"/>
              <a:gd name="connsiteY1" fmla="*/ 0 h 5157788"/>
              <a:gd name="connsiteX2" fmla="*/ 6310031 w 6310031"/>
              <a:gd name="connsiteY2" fmla="*/ 5157788 h 5157788"/>
              <a:gd name="connsiteX3" fmla="*/ 585903 w 6310031"/>
              <a:gd name="connsiteY3" fmla="*/ 5153180 h 5157788"/>
              <a:gd name="connsiteX4" fmla="*/ 1738031 w 6310031"/>
              <a:gd name="connsiteY4" fmla="*/ 3389965 h 5157788"/>
              <a:gd name="connsiteX5" fmla="*/ 3574235 w 6310031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296143 w 5724128"/>
              <a:gd name="connsiteY4" fmla="*/ 3461908 h 5157788"/>
              <a:gd name="connsiteX5" fmla="*/ 2988332 w 5724128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1188132 w 5760132"/>
              <a:gd name="connsiteY4" fmla="*/ 3425937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2160240 w 4896036"/>
              <a:gd name="connsiteY0" fmla="*/ 0 h 5157788"/>
              <a:gd name="connsiteX1" fmla="*/ 4896036 w 4896036"/>
              <a:gd name="connsiteY1" fmla="*/ 0 h 5157788"/>
              <a:gd name="connsiteX2" fmla="*/ 4896036 w 4896036"/>
              <a:gd name="connsiteY2" fmla="*/ 5157788 h 5157788"/>
              <a:gd name="connsiteX3" fmla="*/ 0 w 4896036"/>
              <a:gd name="connsiteY3" fmla="*/ 5153180 h 5157788"/>
              <a:gd name="connsiteX4" fmla="*/ 1872208 w 4896036"/>
              <a:gd name="connsiteY4" fmla="*/ 3461908 h 5157788"/>
              <a:gd name="connsiteX5" fmla="*/ 2160240 w 4896036"/>
              <a:gd name="connsiteY5" fmla="*/ 0 h 5157788"/>
              <a:gd name="connsiteX0" fmla="*/ 2232248 w 4968044"/>
              <a:gd name="connsiteY0" fmla="*/ 0 h 5157788"/>
              <a:gd name="connsiteX1" fmla="*/ 4968044 w 4968044"/>
              <a:gd name="connsiteY1" fmla="*/ 0 h 5157788"/>
              <a:gd name="connsiteX2" fmla="*/ 4968044 w 4968044"/>
              <a:gd name="connsiteY2" fmla="*/ 5157788 h 5157788"/>
              <a:gd name="connsiteX3" fmla="*/ 0 w 4968044"/>
              <a:gd name="connsiteY3" fmla="*/ 5153180 h 5157788"/>
              <a:gd name="connsiteX4" fmla="*/ 1944216 w 4968044"/>
              <a:gd name="connsiteY4" fmla="*/ 3461908 h 5157788"/>
              <a:gd name="connsiteX5" fmla="*/ 2232248 w 4968044"/>
              <a:gd name="connsiteY5" fmla="*/ 0 h 5157788"/>
              <a:gd name="connsiteX0" fmla="*/ 2207679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207679 w 4943475"/>
              <a:gd name="connsiteY5" fmla="*/ 0 h 5157788"/>
              <a:gd name="connsiteX0" fmla="*/ 2963763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963763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092200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71575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343583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9672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19672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51412" h="5157788">
                <a:moveTo>
                  <a:pt x="2706687" y="0"/>
                </a:moveTo>
                <a:lnTo>
                  <a:pt x="4951412" y="0"/>
                </a:lnTo>
                <a:lnTo>
                  <a:pt x="4951412" y="5157788"/>
                </a:lnTo>
                <a:lnTo>
                  <a:pt x="0" y="5153180"/>
                </a:lnTo>
                <a:cubicBezTo>
                  <a:pt x="84411" y="4542509"/>
                  <a:pt x="183041" y="4024723"/>
                  <a:pt x="1243508" y="2562613"/>
                </a:cubicBezTo>
                <a:cubicBezTo>
                  <a:pt x="1867447" y="1704780"/>
                  <a:pt x="2665955" y="709265"/>
                  <a:pt x="2706687" y="0"/>
                </a:cubicBezTo>
                <a:close/>
              </a:path>
            </a:pathLst>
          </a:custGeom>
          <a:solidFill>
            <a:schemeClr val="bg2"/>
          </a:solidFill>
          <a:ln w="3175">
            <a:noFill/>
          </a:ln>
        </p:spPr>
        <p:txBody>
          <a:bodyPr tIns="720000" anchor="ctr" anchorCtr="0"/>
          <a:lstStyle>
            <a:lvl1pPr algn="ctr"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3" name="Espace réservé du texte 4"/>
          <p:cNvSpPr>
            <a:spLocks noGrp="1"/>
          </p:cNvSpPr>
          <p:nvPr>
            <p:ph type="body" sz="quarter" idx="19" hasCustomPrompt="1"/>
          </p:nvPr>
        </p:nvSpPr>
        <p:spPr>
          <a:xfrm>
            <a:off x="7440085" y="5445224"/>
            <a:ext cx="4751916" cy="367521"/>
          </a:xfrm>
          <a:solidFill>
            <a:schemeClr val="bg1">
              <a:alpha val="60000"/>
            </a:schemeClr>
          </a:solidFill>
        </p:spPr>
        <p:txBody>
          <a:bodyPr anchor="ctr" anchorCtr="0"/>
          <a:lstStyle>
            <a:lvl1pPr algn="ctr">
              <a:defRPr sz="1400" b="0" i="1"/>
            </a:lvl1pPr>
            <a:lvl2pPr algn="ctr">
              <a:defRPr sz="1333" b="0" i="1"/>
            </a:lvl2pPr>
            <a:lvl3pPr algn="ctr">
              <a:defRPr sz="1200" b="0" i="1"/>
            </a:lvl3pPr>
            <a:lvl4pPr algn="ctr">
              <a:defRPr sz="1200" b="0" i="1"/>
            </a:lvl4pPr>
            <a:lvl5pPr algn="ctr">
              <a:defRPr sz="1067" b="0" i="1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8405422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B624F2D-E14E-4E49-BA55-A9C0E45F6F7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6962189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B624F2D-E14E-4E49-BA55-A9C0E45F6F7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8000"/>
            <a:ext cx="10645648" cy="204301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  17"/>
          <p:cNvSpPr>
            <a:spLocks noGrp="1"/>
          </p:cNvSpPr>
          <p:nvPr>
            <p:ph type="pic" sz="quarter" idx="13"/>
          </p:nvPr>
        </p:nvSpPr>
        <p:spPr bwMode="gray">
          <a:xfrm>
            <a:off x="-1" y="3621021"/>
            <a:ext cx="12192001" cy="2189096"/>
          </a:xfrm>
          <a:custGeom>
            <a:avLst/>
            <a:gdLst>
              <a:gd name="connsiteX0" fmla="*/ 0 w 7344000"/>
              <a:gd name="connsiteY0" fmla="*/ 0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0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44000" h="1728787">
                <a:moveTo>
                  <a:pt x="0" y="605117"/>
                </a:moveTo>
                <a:cubicBezTo>
                  <a:pt x="2817794" y="551329"/>
                  <a:pt x="3342865" y="73959"/>
                  <a:pt x="7344000" y="0"/>
                </a:cubicBezTo>
                <a:lnTo>
                  <a:pt x="7344000" y="1728787"/>
                </a:lnTo>
                <a:lnTo>
                  <a:pt x="0" y="1728787"/>
                </a:lnTo>
                <a:lnTo>
                  <a:pt x="0" y="605117"/>
                </a:lnTo>
                <a:close/>
              </a:path>
            </a:pathLst>
          </a:custGeo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476523390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C2D4482D-E5DD-4F27-9EDB-65021D09A79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5007709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C2D4482D-E5DD-4F27-9EDB-65021D09A79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1"/>
            <a:ext cx="5424000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751499" y="1603201"/>
            <a:ext cx="4768501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154497721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95E8836-1B9E-4C49-AA79-82DA9E27294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6046266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95E8836-1B9E-4C49-AA79-82DA9E27294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E8C5DFED-F2B7-411C-9518-86880D4D2C7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10848000" cy="249667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633779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5" name="Titr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22171709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&amp;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CB97CF4-6117-4A85-8264-8292F20915E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3916905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CB97CF4-6117-4A85-8264-8292F20915E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6384967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1999" y="3307201"/>
            <a:ext cx="6384967" cy="2498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6384967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7680176" y="753401"/>
            <a:ext cx="3839824" cy="5014516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10320050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03F2CB7A-1E95-4ABC-A10B-3CDA6CBC522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2243563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03F2CB7A-1E95-4ABC-A10B-3CDA6CBC52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5424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6768000" y="3309347"/>
            <a:ext cx="475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4928089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3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249BDB2D-AAE5-4C6F-ACDF-CED57C6F3F2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5678489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249BDB2D-AAE5-4C6F-ACDF-CED57C6F3F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3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4167359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8" hasCustomPrompt="1"/>
          </p:nvPr>
        </p:nvSpPr>
        <p:spPr bwMode="gray">
          <a:xfrm>
            <a:off x="76468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3857530560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B1250B9-F55C-4042-8FB6-D2393157626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7493007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B1250B9-F55C-4042-8FB6-D2393157626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096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3" name="Espace réservé du contenu 2"/>
          <p:cNvSpPr>
            <a:spLocks noGrp="1"/>
          </p:cNvSpPr>
          <p:nvPr>
            <p:ph idx="14" hasCustomPrompt="1"/>
          </p:nvPr>
        </p:nvSpPr>
        <p:spPr bwMode="gray">
          <a:xfrm>
            <a:off x="672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5" hasCustomPrompt="1"/>
          </p:nvPr>
        </p:nvSpPr>
        <p:spPr bwMode="gray">
          <a:xfrm>
            <a:off x="6096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762591895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BEF7C3DA-2958-445D-9B93-FE56BA0540B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6295860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BEF7C3DA-2958-445D-9B93-FE56BA0540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672000" y="1603201"/>
            <a:ext cx="10848000" cy="4156800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2425957231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DDEA8F17-95C7-470F-8043-D051CFF6D73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32679342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DDEA8F17-95C7-470F-8043-D051CFF6D73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936627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2638824"/>
            <a:ext cx="4896000" cy="324000"/>
          </a:xfrm>
          <a:solidFill>
            <a:schemeClr val="accent1"/>
          </a:solidFill>
          <a:ln w="9525">
            <a:solidFill>
              <a:schemeClr val="accent1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2962824"/>
            <a:ext cx="4896000" cy="2352000"/>
          </a:xfrm>
          <a:ln w="9525">
            <a:solidFill>
              <a:schemeClr val="accent1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000" y="2638824"/>
            <a:ext cx="4896000" cy="324000"/>
          </a:xfrm>
          <a:solidFill>
            <a:schemeClr val="accent2"/>
          </a:solidFill>
          <a:ln w="9525">
            <a:solidFill>
              <a:schemeClr val="accent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000" y="2962824"/>
            <a:ext cx="4896000" cy="2352000"/>
          </a:xfrm>
          <a:ln w="9525">
            <a:solidFill>
              <a:schemeClr val="accent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4226193857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CD79D9DD-29F6-4795-8218-0A21F32E9D9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5247667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CD79D9DD-29F6-4795-8218-0A21F32E9D9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pic>
        <p:nvPicPr>
          <p:cNvPr id="10" name="table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1192419" y="1653712"/>
            <a:ext cx="4465240" cy="1788160"/>
          </a:xfrm>
          <a:prstGeom prst="rect">
            <a:avLst/>
          </a:prstGeom>
        </p:spPr>
      </p:pic>
      <p:pic>
        <p:nvPicPr>
          <p:cNvPr id="12" name="table"/>
          <p:cNvPicPr>
            <a:picLocks noChangeAspect="1"/>
          </p:cNvPicPr>
          <p:nvPr userDrawn="1"/>
        </p:nvPicPr>
        <p:blipFill>
          <a:blip r:embed="rId6"/>
          <a:stretch>
            <a:fillRect/>
          </a:stretch>
        </p:blipFill>
        <p:spPr>
          <a:xfrm>
            <a:off x="6534343" y="1653712"/>
            <a:ext cx="4465240" cy="1788160"/>
          </a:xfrm>
          <a:prstGeom prst="rect">
            <a:avLst/>
          </a:prstGeom>
        </p:spPr>
      </p:pic>
      <p:pic>
        <p:nvPicPr>
          <p:cNvPr id="13" name="table"/>
          <p:cNvPicPr>
            <a:picLocks noChangeAspect="1"/>
          </p:cNvPicPr>
          <p:nvPr userDrawn="1"/>
        </p:nvPicPr>
        <p:blipFill>
          <a:blip r:embed="rId7"/>
          <a:stretch>
            <a:fillRect/>
          </a:stretch>
        </p:blipFill>
        <p:spPr>
          <a:xfrm>
            <a:off x="1192419" y="3813043"/>
            <a:ext cx="4465240" cy="1788160"/>
          </a:xfrm>
          <a:prstGeom prst="rect">
            <a:avLst/>
          </a:prstGeom>
        </p:spPr>
      </p:pic>
      <p:pic>
        <p:nvPicPr>
          <p:cNvPr id="14" name="table"/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6534343" y="3813043"/>
            <a:ext cx="4465240" cy="1788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158953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731F15DA-7CBD-4654-81B5-14E8AAAB4F4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7729619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731F15DA-7CBD-4654-81B5-14E8AAAB4F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795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795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094893401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0AFF9D59-C6DE-4643-92AC-FC7504C11FD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2818278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0AFF9D59-C6DE-4643-92AC-FC7504C11FD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Image 17" descr="Image_03.jpg"/>
          <p:cNvPicPr>
            <a:picLocks noChangeAspect="1"/>
          </p:cNvPicPr>
          <p:nvPr userDrawn="1"/>
        </p:nvPicPr>
        <p:blipFill>
          <a:blip r:embed="rId5" cstate="print"/>
          <a:stretch>
            <a:fillRect/>
          </a:stretch>
        </p:blipFill>
        <p:spPr bwMode="gray">
          <a:xfrm>
            <a:off x="6620071" y="-16850"/>
            <a:ext cx="5591179" cy="5712068"/>
          </a:xfrm>
          <a:prstGeom prst="rect">
            <a:avLst/>
          </a:prstGeom>
        </p:spPr>
      </p:pic>
      <p:sp>
        <p:nvSpPr>
          <p:cNvPr id="13" name="Forme libre 12"/>
          <p:cNvSpPr/>
          <p:nvPr userDrawn="1"/>
        </p:nvSpPr>
        <p:spPr>
          <a:xfrm>
            <a:off x="3" y="0"/>
            <a:ext cx="9394668" cy="5160000"/>
          </a:xfrm>
          <a:custGeom>
            <a:avLst/>
            <a:gdLst>
              <a:gd name="connsiteX0" fmla="*/ 0 w 7046001"/>
              <a:gd name="connsiteY0" fmla="*/ 0 h 3870000"/>
              <a:gd name="connsiteX1" fmla="*/ 7046001 w 7046001"/>
              <a:gd name="connsiteY1" fmla="*/ 0 h 3870000"/>
              <a:gd name="connsiteX2" fmla="*/ 5146256 w 7046001"/>
              <a:gd name="connsiteY2" fmla="*/ 3580448 h 3870000"/>
              <a:gd name="connsiteX3" fmla="*/ 5116340 w 7046001"/>
              <a:gd name="connsiteY3" fmla="*/ 3870000 h 3870000"/>
              <a:gd name="connsiteX4" fmla="*/ 0 w 7046001"/>
              <a:gd name="connsiteY4" fmla="*/ 3870000 h 387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46001" h="3870000">
                <a:moveTo>
                  <a:pt x="0" y="0"/>
                </a:moveTo>
                <a:lnTo>
                  <a:pt x="7046001" y="0"/>
                </a:lnTo>
                <a:cubicBezTo>
                  <a:pt x="7040718" y="945283"/>
                  <a:pt x="5396983" y="2115735"/>
                  <a:pt x="5146256" y="3580448"/>
                </a:cubicBezTo>
                <a:lnTo>
                  <a:pt x="5116340" y="3870000"/>
                </a:lnTo>
                <a:lnTo>
                  <a:pt x="0" y="3870000"/>
                </a:lnTo>
                <a:close/>
              </a:path>
            </a:pathLst>
          </a:custGeom>
          <a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3600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94582680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8BE37F2D-FFB9-42E2-8171-4FF77FCBAB1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3084234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8BE37F2D-FFB9-42E2-8171-4FF77FCBAB1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Image 12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sp>
        <p:nvSpPr>
          <p:cNvPr id="20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20896490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2E6022C-520D-4957-AAA7-3291409ADB9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99322361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2E6022C-520D-4957-AAA7-3291409ADB9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E0ACC9CD-8E19-46E9-B1FC-79F3E8518D5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BRAND COLOUR PALETTE</a:t>
            </a:r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6" name="ZoneTexte 5"/>
          <p:cNvSpPr txBox="1"/>
          <p:nvPr userDrawn="1"/>
        </p:nvSpPr>
        <p:spPr>
          <a:xfrm>
            <a:off x="672000" y="1506440"/>
            <a:ext cx="4358557" cy="299253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Primary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Corporate colours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Strategic Goal Colours</a:t>
            </a:r>
          </a:p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Secondary</a:t>
            </a:r>
          </a:p>
        </p:txBody>
      </p:sp>
      <p:sp>
        <p:nvSpPr>
          <p:cNvPr id="7" name="Freeform 8"/>
          <p:cNvSpPr>
            <a:spLocks noChangeAspect="1"/>
          </p:cNvSpPr>
          <p:nvPr userDrawn="1"/>
        </p:nvSpPr>
        <p:spPr bwMode="auto">
          <a:xfrm>
            <a:off x="5012245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" name="Rectangle 7"/>
          <p:cNvSpPr/>
          <p:nvPr userDrawn="1"/>
        </p:nvSpPr>
        <p:spPr>
          <a:xfrm>
            <a:off x="5505451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49" name="Rectangle 48"/>
          <p:cNvSpPr/>
          <p:nvPr userDrawn="1"/>
        </p:nvSpPr>
        <p:spPr>
          <a:xfrm>
            <a:off x="6239685" y="5185225"/>
            <a:ext cx="4224801" cy="63552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r>
              <a:rPr lang="en-US" sz="1200" b="1" noProof="0">
                <a:solidFill>
                  <a:schemeClr val="tx1"/>
                </a:solidFill>
              </a:rPr>
              <a:t>Please use the four Gavi corporate colours where possible.  Specific strategic goals </a:t>
            </a:r>
            <a:br>
              <a:rPr lang="en-US" sz="1200" b="1" noProof="0">
                <a:solidFill>
                  <a:schemeClr val="tx1"/>
                </a:solidFill>
              </a:rPr>
            </a:br>
            <a:r>
              <a:rPr lang="en-US" sz="1200" b="1" noProof="0">
                <a:solidFill>
                  <a:schemeClr val="tx1"/>
                </a:solidFill>
              </a:rPr>
              <a:t>or vaccines should be highlighted using the key above. </a:t>
            </a:r>
          </a:p>
        </p:txBody>
      </p:sp>
      <p:sp>
        <p:nvSpPr>
          <p:cNvPr id="65" name="Freeform 8"/>
          <p:cNvSpPr>
            <a:spLocks noChangeAspect="1"/>
          </p:cNvSpPr>
          <p:nvPr userDrawn="1"/>
        </p:nvSpPr>
        <p:spPr bwMode="auto">
          <a:xfrm>
            <a:off x="645743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6" name="Rectangle 65"/>
          <p:cNvSpPr/>
          <p:nvPr userDrawn="1"/>
        </p:nvSpPr>
        <p:spPr>
          <a:xfrm>
            <a:off x="695064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68" name="Freeform 8"/>
          <p:cNvSpPr>
            <a:spLocks noChangeAspect="1"/>
          </p:cNvSpPr>
          <p:nvPr userDrawn="1"/>
        </p:nvSpPr>
        <p:spPr bwMode="auto">
          <a:xfrm>
            <a:off x="7869403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9" name="Rectangle 68"/>
          <p:cNvSpPr/>
          <p:nvPr userDrawn="1"/>
        </p:nvSpPr>
        <p:spPr>
          <a:xfrm>
            <a:off x="8362608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71" name="Freeform 8"/>
          <p:cNvSpPr>
            <a:spLocks noChangeAspect="1"/>
          </p:cNvSpPr>
          <p:nvPr userDrawn="1"/>
        </p:nvSpPr>
        <p:spPr bwMode="auto">
          <a:xfrm>
            <a:off x="949311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2" name="Rectangle 71"/>
          <p:cNvSpPr/>
          <p:nvPr userDrawn="1"/>
        </p:nvSpPr>
        <p:spPr>
          <a:xfrm>
            <a:off x="998632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  <p:sp>
        <p:nvSpPr>
          <p:cNvPr id="74" name="Freeform 8"/>
          <p:cNvSpPr>
            <a:spLocks noChangeAspect="1"/>
          </p:cNvSpPr>
          <p:nvPr userDrawn="1"/>
        </p:nvSpPr>
        <p:spPr bwMode="auto">
          <a:xfrm>
            <a:off x="5012245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5" name="Rectangle 74"/>
          <p:cNvSpPr/>
          <p:nvPr userDrawn="1"/>
        </p:nvSpPr>
        <p:spPr>
          <a:xfrm>
            <a:off x="5505451" y="2315392"/>
            <a:ext cx="951987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ACCELERATE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VACCINES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144</a:t>
            </a:r>
          </a:p>
        </p:txBody>
      </p:sp>
      <p:sp>
        <p:nvSpPr>
          <p:cNvPr id="77" name="Freeform 8"/>
          <p:cNvSpPr>
            <a:spLocks noChangeAspect="1"/>
          </p:cNvSpPr>
          <p:nvPr userDrawn="1"/>
        </p:nvSpPr>
        <p:spPr bwMode="auto">
          <a:xfrm>
            <a:off x="645743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8" name="Rectangle 77"/>
          <p:cNvSpPr/>
          <p:nvPr userDrawn="1"/>
        </p:nvSpPr>
        <p:spPr>
          <a:xfrm>
            <a:off x="6950643" y="2315392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STRENGTHEN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CAPACITY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105</a:t>
            </a:r>
          </a:p>
        </p:txBody>
      </p:sp>
      <p:sp>
        <p:nvSpPr>
          <p:cNvPr id="80" name="Freeform 8"/>
          <p:cNvSpPr>
            <a:spLocks noChangeAspect="1"/>
          </p:cNvSpPr>
          <p:nvPr userDrawn="1"/>
        </p:nvSpPr>
        <p:spPr bwMode="auto">
          <a:xfrm>
            <a:off x="7869403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1" name="Rectangle 80"/>
          <p:cNvSpPr/>
          <p:nvPr userDrawn="1"/>
        </p:nvSpPr>
        <p:spPr>
          <a:xfrm>
            <a:off x="8362608" y="2315392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INCREASE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PREDICTABILITY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83" name="Freeform 8"/>
          <p:cNvSpPr>
            <a:spLocks noChangeAspect="1"/>
          </p:cNvSpPr>
          <p:nvPr userDrawn="1"/>
        </p:nvSpPr>
        <p:spPr bwMode="auto">
          <a:xfrm>
            <a:off x="949311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4" name="Rectangle 83"/>
          <p:cNvSpPr/>
          <p:nvPr userDrawn="1"/>
        </p:nvSpPr>
        <p:spPr>
          <a:xfrm>
            <a:off x="9986323" y="2315392"/>
            <a:ext cx="1054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SHAPE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THE MARKET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97" name="Freeform 8"/>
          <p:cNvSpPr>
            <a:spLocks noChangeAspect="1"/>
          </p:cNvSpPr>
          <p:nvPr userDrawn="1"/>
        </p:nvSpPr>
        <p:spPr bwMode="auto">
          <a:xfrm>
            <a:off x="5012245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ED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8" name="Rectangle 97"/>
          <p:cNvSpPr/>
          <p:nvPr userDrawn="1"/>
        </p:nvSpPr>
        <p:spPr>
          <a:xfrm>
            <a:off x="5505451" y="3236979"/>
            <a:ext cx="951987" cy="8047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IPV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INJECTABLE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POLIO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220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95" name="Freeform 8"/>
          <p:cNvSpPr>
            <a:spLocks noChangeAspect="1"/>
          </p:cNvSpPr>
          <p:nvPr userDrawn="1"/>
        </p:nvSpPr>
        <p:spPr bwMode="auto">
          <a:xfrm>
            <a:off x="645743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B288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6" name="Rectangle 95"/>
          <p:cNvSpPr/>
          <p:nvPr userDrawn="1"/>
        </p:nvSpPr>
        <p:spPr>
          <a:xfrm>
            <a:off x="6950643" y="3398520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JAPANESE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ENCEPHALITIS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93" name="Freeform 8"/>
          <p:cNvSpPr>
            <a:spLocks noChangeAspect="1"/>
          </p:cNvSpPr>
          <p:nvPr userDrawn="1"/>
        </p:nvSpPr>
        <p:spPr bwMode="auto">
          <a:xfrm>
            <a:off x="7869403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41B6E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4" name="Rectangle 93"/>
          <p:cNvSpPr/>
          <p:nvPr userDrawn="1"/>
        </p:nvSpPr>
        <p:spPr>
          <a:xfrm>
            <a:off x="836260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182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230</a:t>
            </a:r>
          </a:p>
        </p:txBody>
      </p:sp>
      <p:sp>
        <p:nvSpPr>
          <p:cNvPr id="91" name="Freeform 8"/>
          <p:cNvSpPr>
            <a:spLocks noChangeAspect="1"/>
          </p:cNvSpPr>
          <p:nvPr userDrawn="1"/>
        </p:nvSpPr>
        <p:spPr bwMode="auto">
          <a:xfrm>
            <a:off x="949311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7A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2" name="Rectangle 91"/>
          <p:cNvSpPr/>
          <p:nvPr userDrawn="1"/>
        </p:nvSpPr>
        <p:spPr>
          <a:xfrm>
            <a:off x="9986323" y="3398520"/>
            <a:ext cx="910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2</a:t>
            </a:r>
            <a:r>
              <a:rPr lang="en-US" sz="933" b="1" baseline="30000" noProof="0">
                <a:solidFill>
                  <a:schemeClr val="tx1"/>
                </a:solidFill>
              </a:rPr>
              <a:t>ND</a:t>
            </a:r>
            <a:r>
              <a:rPr lang="en-US" sz="933" b="1" noProof="0">
                <a:solidFill>
                  <a:schemeClr val="tx1"/>
                </a:solidFill>
              </a:rPr>
              <a:t> DOSE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169</a:t>
            </a:r>
          </a:p>
        </p:txBody>
      </p:sp>
      <p:sp>
        <p:nvSpPr>
          <p:cNvPr id="110" name="Freeform 8"/>
          <p:cNvSpPr>
            <a:spLocks noChangeAspect="1"/>
          </p:cNvSpPr>
          <p:nvPr userDrawn="1"/>
        </p:nvSpPr>
        <p:spPr bwMode="auto">
          <a:xfrm>
            <a:off x="5012245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33A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11" name="Rectangle 110"/>
          <p:cNvSpPr/>
          <p:nvPr userDrawn="1"/>
        </p:nvSpPr>
        <p:spPr>
          <a:xfrm>
            <a:off x="5505450" y="4242296"/>
            <a:ext cx="73423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PNEUMO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160</a:t>
            </a:r>
          </a:p>
        </p:txBody>
      </p:sp>
      <p:sp>
        <p:nvSpPr>
          <p:cNvPr id="108" name="Freeform 8"/>
          <p:cNvSpPr>
            <a:spLocks noChangeAspect="1"/>
          </p:cNvSpPr>
          <p:nvPr userDrawn="1"/>
        </p:nvSpPr>
        <p:spPr bwMode="auto">
          <a:xfrm>
            <a:off x="645743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860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9" name="Rectangle 108"/>
          <p:cNvSpPr/>
          <p:nvPr userDrawn="1"/>
        </p:nvSpPr>
        <p:spPr>
          <a:xfrm>
            <a:off x="6950643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ROTAVIRUS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24</a:t>
            </a:r>
          </a:p>
        </p:txBody>
      </p:sp>
      <p:sp>
        <p:nvSpPr>
          <p:cNvPr id="106" name="Freeform 8"/>
          <p:cNvSpPr>
            <a:spLocks noChangeAspect="1"/>
          </p:cNvSpPr>
          <p:nvPr userDrawn="1"/>
        </p:nvSpPr>
        <p:spPr bwMode="auto">
          <a:xfrm>
            <a:off x="7869403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EAAA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7" name="Rectangle 106"/>
          <p:cNvSpPr/>
          <p:nvPr userDrawn="1"/>
        </p:nvSpPr>
        <p:spPr>
          <a:xfrm>
            <a:off x="8362608" y="4242296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YELLOW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FEVER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234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170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104" name="Freeform 8"/>
          <p:cNvSpPr>
            <a:spLocks noChangeAspect="1"/>
          </p:cNvSpPr>
          <p:nvPr userDrawn="1"/>
        </p:nvSpPr>
        <p:spPr bwMode="auto">
          <a:xfrm>
            <a:off x="949311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7D7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5" name="Rectangle 104"/>
          <p:cNvSpPr/>
          <p:nvPr userDrawn="1"/>
        </p:nvSpPr>
        <p:spPr>
          <a:xfrm>
            <a:off x="9986323" y="4242296"/>
            <a:ext cx="76619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TYPHOÏD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125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112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97</a:t>
            </a:r>
          </a:p>
        </p:txBody>
      </p:sp>
      <p:sp>
        <p:nvSpPr>
          <p:cNvPr id="123" name="Freeform 8"/>
          <p:cNvSpPr>
            <a:spLocks noChangeAspect="1"/>
          </p:cNvSpPr>
          <p:nvPr userDrawn="1"/>
        </p:nvSpPr>
        <p:spPr bwMode="auto">
          <a:xfrm>
            <a:off x="672000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F5C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4" name="Rectangle 123"/>
          <p:cNvSpPr/>
          <p:nvPr userDrawn="1"/>
        </p:nvSpPr>
        <p:spPr>
          <a:xfrm>
            <a:off x="1165206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CHOLERA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55</a:t>
            </a:r>
          </a:p>
        </p:txBody>
      </p:sp>
      <p:sp>
        <p:nvSpPr>
          <p:cNvPr id="121" name="Freeform 8"/>
          <p:cNvSpPr>
            <a:spLocks noChangeAspect="1"/>
          </p:cNvSpPr>
          <p:nvPr userDrawn="1"/>
        </p:nvSpPr>
        <p:spPr bwMode="auto">
          <a:xfrm>
            <a:off x="2117192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500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2" name="Rectangle 121"/>
          <p:cNvSpPr/>
          <p:nvPr userDrawn="1"/>
        </p:nvSpPr>
        <p:spPr>
          <a:xfrm>
            <a:off x="261039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HEPB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213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50</a:t>
            </a:r>
          </a:p>
        </p:txBody>
      </p:sp>
      <p:sp>
        <p:nvSpPr>
          <p:cNvPr id="119" name="Freeform 8"/>
          <p:cNvSpPr>
            <a:spLocks noChangeAspect="1"/>
          </p:cNvSpPr>
          <p:nvPr userDrawn="1"/>
        </p:nvSpPr>
        <p:spPr bwMode="auto">
          <a:xfrm>
            <a:off x="352915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F59B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0" name="Rectangle 119"/>
          <p:cNvSpPr/>
          <p:nvPr userDrawn="1"/>
        </p:nvSpPr>
        <p:spPr>
          <a:xfrm>
            <a:off x="4022363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HPV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245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187</a:t>
            </a:r>
          </a:p>
        </p:txBody>
      </p:sp>
      <p:sp>
        <p:nvSpPr>
          <p:cNvPr id="126" name="Freeform 8"/>
          <p:cNvSpPr>
            <a:spLocks noChangeAspect="1"/>
          </p:cNvSpPr>
          <p:nvPr userDrawn="1"/>
        </p:nvSpPr>
        <p:spPr bwMode="auto">
          <a:xfrm>
            <a:off x="5012245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463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7" name="Rectangle 126"/>
          <p:cNvSpPr/>
          <p:nvPr userDrawn="1"/>
        </p:nvSpPr>
        <p:spPr>
          <a:xfrm>
            <a:off x="5505451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RABIES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99</a:t>
            </a:r>
          </a:p>
        </p:txBody>
      </p:sp>
      <p:sp>
        <p:nvSpPr>
          <p:cNvPr id="137" name="Freeform 8"/>
          <p:cNvSpPr>
            <a:spLocks noChangeAspect="1"/>
          </p:cNvSpPr>
          <p:nvPr userDrawn="1"/>
        </p:nvSpPr>
        <p:spPr bwMode="auto">
          <a:xfrm>
            <a:off x="672000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5A7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8" name="Rectangle 137"/>
          <p:cNvSpPr/>
          <p:nvPr userDrawn="1"/>
        </p:nvSpPr>
        <p:spPr>
          <a:xfrm>
            <a:off x="1165205" y="4242296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RUBELLA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112</a:t>
            </a:r>
          </a:p>
        </p:txBody>
      </p:sp>
      <p:sp>
        <p:nvSpPr>
          <p:cNvPr id="135" name="Freeform 8"/>
          <p:cNvSpPr>
            <a:spLocks noChangeAspect="1"/>
          </p:cNvSpPr>
          <p:nvPr userDrawn="1"/>
        </p:nvSpPr>
        <p:spPr bwMode="auto">
          <a:xfrm>
            <a:off x="2117192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63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6" name="Rectangle 135"/>
          <p:cNvSpPr/>
          <p:nvPr userDrawn="1"/>
        </p:nvSpPr>
        <p:spPr>
          <a:xfrm>
            <a:off x="2610397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MENINGITIS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57</a:t>
            </a:r>
          </a:p>
        </p:txBody>
      </p:sp>
      <p:sp>
        <p:nvSpPr>
          <p:cNvPr id="133" name="Freeform 8"/>
          <p:cNvSpPr>
            <a:spLocks noChangeAspect="1"/>
          </p:cNvSpPr>
          <p:nvPr userDrawn="1"/>
        </p:nvSpPr>
        <p:spPr bwMode="auto">
          <a:xfrm>
            <a:off x="352915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532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4" name="Rectangle 133"/>
          <p:cNvSpPr/>
          <p:nvPr userDrawn="1"/>
        </p:nvSpPr>
        <p:spPr>
          <a:xfrm>
            <a:off x="4022363" y="4242296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PENTA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DTP–HEP-HIB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121</a:t>
            </a:r>
          </a:p>
        </p:txBody>
      </p:sp>
      <p:sp>
        <p:nvSpPr>
          <p:cNvPr id="149" name="Freeform 8"/>
          <p:cNvSpPr>
            <a:spLocks noChangeAspect="1"/>
          </p:cNvSpPr>
          <p:nvPr userDrawn="1"/>
        </p:nvSpPr>
        <p:spPr bwMode="auto">
          <a:xfrm>
            <a:off x="672000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6C6C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50" name="Rectangle 149"/>
          <p:cNvSpPr/>
          <p:nvPr userDrawn="1"/>
        </p:nvSpPr>
        <p:spPr>
          <a:xfrm>
            <a:off x="1165205" y="5107517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DENGUE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</p:txBody>
      </p:sp>
      <p:sp>
        <p:nvSpPr>
          <p:cNvPr id="147" name="Freeform 8"/>
          <p:cNvSpPr>
            <a:spLocks noChangeAspect="1"/>
          </p:cNvSpPr>
          <p:nvPr userDrawn="1"/>
        </p:nvSpPr>
        <p:spPr bwMode="auto">
          <a:xfrm>
            <a:off x="2117192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8A8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8" name="Rectangle 147"/>
          <p:cNvSpPr/>
          <p:nvPr userDrawn="1"/>
        </p:nvSpPr>
        <p:spPr>
          <a:xfrm>
            <a:off x="2610398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MALARIA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167</a:t>
            </a:r>
          </a:p>
        </p:txBody>
      </p:sp>
      <p:sp>
        <p:nvSpPr>
          <p:cNvPr id="145" name="Freeform 8"/>
          <p:cNvSpPr>
            <a:spLocks noChangeAspect="1"/>
          </p:cNvSpPr>
          <p:nvPr userDrawn="1"/>
        </p:nvSpPr>
        <p:spPr bwMode="auto">
          <a:xfrm>
            <a:off x="3529157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8787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6" name="Rectangle 145"/>
          <p:cNvSpPr/>
          <p:nvPr userDrawn="1"/>
        </p:nvSpPr>
        <p:spPr>
          <a:xfrm>
            <a:off x="4022363" y="5107517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MATERNAL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FLU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</p:spTree>
    <p:extLst>
      <p:ext uri="{BB962C8B-B14F-4D97-AF65-F5344CB8AC3E}">
        <p14:creationId xmlns:p14="http://schemas.microsoft.com/office/powerpoint/2010/main" val="53132421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F3EFC053-8E7E-4AF4-AA92-54C24ED8971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676012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F3EFC053-8E7E-4AF4-AA92-54C24ED8971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Image 16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13" name="Image 12" descr="Bas_couv.png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84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64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8" name="Rectangle 17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4042745563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C4B7C409-49ED-4747-9112-F111A48B8E7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211655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C4B7C409-49ED-4747-9112-F111A48B8E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4" name="Image 2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23" name="Image 22" descr="Bas_couv.png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96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8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19579547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E05CE4D4-477E-433E-BD95-252A574D95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7421487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E05CE4D4-477E-433E-BD95-252A574D95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Image 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0"/>
            <a:ext cx="3453377" cy="6858000"/>
          </a:xfrm>
          <a:prstGeom prst="rect">
            <a:avLst/>
          </a:prstGeom>
        </p:spPr>
      </p:pic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3672000" y="1037167"/>
            <a:ext cx="7368533" cy="1646864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3672000" y="2902572"/>
            <a:ext cx="7368533" cy="2903445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texte 9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0" y="1"/>
            <a:ext cx="2495211" cy="4990431"/>
          </a:xfrm>
        </p:spPr>
        <p:txBody>
          <a:bodyPr/>
          <a:lstStyle>
            <a:lvl1pPr algn="r">
              <a:defRPr sz="22133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0</a:t>
            </a:r>
          </a:p>
        </p:txBody>
      </p:sp>
      <p:sp>
        <p:nvSpPr>
          <p:cNvPr id="12" name="Espace réservé du numéro de diapositive 11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3672000" y="2777245"/>
            <a:ext cx="134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2479726406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70A0C763-B999-49B8-8CE5-235EB25E061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3030907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70A0C763-B999-49B8-8CE5-235EB25E061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10848000" cy="41904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numéro de diapositive 13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2912634241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4CB55DB6-3F1C-45F9-A4EC-8F28898D15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5541095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4CB55DB6-3F1C-45F9-A4EC-8F28898D15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4357648" y="1607999"/>
            <a:ext cx="6960000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pour une image 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0" y="1707856"/>
            <a:ext cx="4072411" cy="4098163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225969421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4A38B8A-8108-4E29-A3DE-4C15C17FE4C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01220207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4A38B8A-8108-4E29-A3DE-4C15C17FE4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7999"/>
            <a:ext cx="6672139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  17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7439389" y="5168"/>
            <a:ext cx="4752611" cy="5807451"/>
          </a:xfrm>
          <a:custGeom>
            <a:avLst/>
            <a:gdLst>
              <a:gd name="connsiteX0" fmla="*/ 0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0 w 3851275"/>
              <a:gd name="connsiteY4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1692275 w 3851275"/>
              <a:gd name="connsiteY4" fmla="*/ 0 h 5157788"/>
              <a:gd name="connsiteX0" fmla="*/ 0 w 2159000"/>
              <a:gd name="connsiteY0" fmla="*/ 0 h 5157788"/>
              <a:gd name="connsiteX1" fmla="*/ 2159000 w 2159000"/>
              <a:gd name="connsiteY1" fmla="*/ 0 h 5157788"/>
              <a:gd name="connsiteX2" fmla="*/ 2159000 w 2159000"/>
              <a:gd name="connsiteY2" fmla="*/ 5157788 h 5157788"/>
              <a:gd name="connsiteX3" fmla="*/ 0 w 2159000"/>
              <a:gd name="connsiteY3" fmla="*/ 5157788 h 5157788"/>
              <a:gd name="connsiteX4" fmla="*/ 0 w 2159000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3568576 w 5727576"/>
              <a:gd name="connsiteY0" fmla="*/ 0 h 5157788"/>
              <a:gd name="connsiteX1" fmla="*/ 5727576 w 5727576"/>
              <a:gd name="connsiteY1" fmla="*/ 0 h 5157788"/>
              <a:gd name="connsiteX2" fmla="*/ 5727576 w 5727576"/>
              <a:gd name="connsiteY2" fmla="*/ 5157788 h 5157788"/>
              <a:gd name="connsiteX3" fmla="*/ 3568576 w 5727576"/>
              <a:gd name="connsiteY3" fmla="*/ 5157788 h 5157788"/>
              <a:gd name="connsiteX4" fmla="*/ 3568576 w 5727576"/>
              <a:gd name="connsiteY4" fmla="*/ 0 h 5157788"/>
              <a:gd name="connsiteX0" fmla="*/ 3306355 w 5465355"/>
              <a:gd name="connsiteY0" fmla="*/ 0 h 5157788"/>
              <a:gd name="connsiteX1" fmla="*/ 5465355 w 5465355"/>
              <a:gd name="connsiteY1" fmla="*/ 0 h 5157788"/>
              <a:gd name="connsiteX2" fmla="*/ 5465355 w 5465355"/>
              <a:gd name="connsiteY2" fmla="*/ 5157788 h 5157788"/>
              <a:gd name="connsiteX3" fmla="*/ 3306355 w 5465355"/>
              <a:gd name="connsiteY3" fmla="*/ 5157788 h 5157788"/>
              <a:gd name="connsiteX4" fmla="*/ 3306355 w 5465355"/>
              <a:gd name="connsiteY4" fmla="*/ 0 h 5157788"/>
              <a:gd name="connsiteX0" fmla="*/ 1416957 w 3575957"/>
              <a:gd name="connsiteY0" fmla="*/ 0 h 5157788"/>
              <a:gd name="connsiteX1" fmla="*/ 3575957 w 3575957"/>
              <a:gd name="connsiteY1" fmla="*/ 0 h 5157788"/>
              <a:gd name="connsiteX2" fmla="*/ 3575957 w 3575957"/>
              <a:gd name="connsiteY2" fmla="*/ 5157788 h 5157788"/>
              <a:gd name="connsiteX3" fmla="*/ 1416957 w 3575957"/>
              <a:gd name="connsiteY3" fmla="*/ 5157788 h 5157788"/>
              <a:gd name="connsiteX4" fmla="*/ 0 w 3575957"/>
              <a:gd name="connsiteY4" fmla="*/ 3339193 h 5157788"/>
              <a:gd name="connsiteX5" fmla="*/ 1416957 w 3575957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6017419"/>
              <a:gd name="connsiteX1" fmla="*/ 3851275 w 3851275"/>
              <a:gd name="connsiteY1" fmla="*/ 0 h 6017419"/>
              <a:gd name="connsiteX2" fmla="*/ 3851275 w 3851275"/>
              <a:gd name="connsiteY2" fmla="*/ 5157788 h 6017419"/>
              <a:gd name="connsiteX3" fmla="*/ 1692275 w 3851275"/>
              <a:gd name="connsiteY3" fmla="*/ 5157788 h 6017419"/>
              <a:gd name="connsiteX4" fmla="*/ 0 w 3851275"/>
              <a:gd name="connsiteY4" fmla="*/ 3284984 h 6017419"/>
              <a:gd name="connsiteX5" fmla="*/ 1692275 w 3851275"/>
              <a:gd name="connsiteY5" fmla="*/ 0 h 6017419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04975 w 3863975"/>
              <a:gd name="connsiteY0" fmla="*/ 0 h 5157788"/>
              <a:gd name="connsiteX1" fmla="*/ 3863975 w 3863975"/>
              <a:gd name="connsiteY1" fmla="*/ 0 h 5157788"/>
              <a:gd name="connsiteX2" fmla="*/ 3863975 w 3863975"/>
              <a:gd name="connsiteY2" fmla="*/ 5157788 h 5157788"/>
              <a:gd name="connsiteX3" fmla="*/ 1704975 w 3863975"/>
              <a:gd name="connsiteY3" fmla="*/ 5157788 h 5157788"/>
              <a:gd name="connsiteX4" fmla="*/ 12700 w 3863975"/>
              <a:gd name="connsiteY4" fmla="*/ 3429000 h 5157788"/>
              <a:gd name="connsiteX5" fmla="*/ 1704975 w 3863975"/>
              <a:gd name="connsiteY5" fmla="*/ 0 h 5157788"/>
              <a:gd name="connsiteX0" fmla="*/ 1707243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707243 w 3866243"/>
              <a:gd name="connsiteY5" fmla="*/ 0 h 5157788"/>
              <a:gd name="connsiteX0" fmla="*/ 1130447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130447 w 3866243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3574235 w 6310031"/>
              <a:gd name="connsiteY0" fmla="*/ 0 h 5157788"/>
              <a:gd name="connsiteX1" fmla="*/ 6310031 w 6310031"/>
              <a:gd name="connsiteY1" fmla="*/ 0 h 5157788"/>
              <a:gd name="connsiteX2" fmla="*/ 6310031 w 6310031"/>
              <a:gd name="connsiteY2" fmla="*/ 5157788 h 5157788"/>
              <a:gd name="connsiteX3" fmla="*/ 585903 w 6310031"/>
              <a:gd name="connsiteY3" fmla="*/ 5153180 h 5157788"/>
              <a:gd name="connsiteX4" fmla="*/ 1738031 w 6310031"/>
              <a:gd name="connsiteY4" fmla="*/ 3389965 h 5157788"/>
              <a:gd name="connsiteX5" fmla="*/ 3574235 w 6310031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296143 w 5724128"/>
              <a:gd name="connsiteY4" fmla="*/ 3461908 h 5157788"/>
              <a:gd name="connsiteX5" fmla="*/ 2988332 w 5724128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1188132 w 5760132"/>
              <a:gd name="connsiteY4" fmla="*/ 3425937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2160240 w 4896036"/>
              <a:gd name="connsiteY0" fmla="*/ 0 h 5157788"/>
              <a:gd name="connsiteX1" fmla="*/ 4896036 w 4896036"/>
              <a:gd name="connsiteY1" fmla="*/ 0 h 5157788"/>
              <a:gd name="connsiteX2" fmla="*/ 4896036 w 4896036"/>
              <a:gd name="connsiteY2" fmla="*/ 5157788 h 5157788"/>
              <a:gd name="connsiteX3" fmla="*/ 0 w 4896036"/>
              <a:gd name="connsiteY3" fmla="*/ 5153180 h 5157788"/>
              <a:gd name="connsiteX4" fmla="*/ 1872208 w 4896036"/>
              <a:gd name="connsiteY4" fmla="*/ 3461908 h 5157788"/>
              <a:gd name="connsiteX5" fmla="*/ 2160240 w 4896036"/>
              <a:gd name="connsiteY5" fmla="*/ 0 h 5157788"/>
              <a:gd name="connsiteX0" fmla="*/ 2232248 w 4968044"/>
              <a:gd name="connsiteY0" fmla="*/ 0 h 5157788"/>
              <a:gd name="connsiteX1" fmla="*/ 4968044 w 4968044"/>
              <a:gd name="connsiteY1" fmla="*/ 0 h 5157788"/>
              <a:gd name="connsiteX2" fmla="*/ 4968044 w 4968044"/>
              <a:gd name="connsiteY2" fmla="*/ 5157788 h 5157788"/>
              <a:gd name="connsiteX3" fmla="*/ 0 w 4968044"/>
              <a:gd name="connsiteY3" fmla="*/ 5153180 h 5157788"/>
              <a:gd name="connsiteX4" fmla="*/ 1944216 w 4968044"/>
              <a:gd name="connsiteY4" fmla="*/ 3461908 h 5157788"/>
              <a:gd name="connsiteX5" fmla="*/ 2232248 w 4968044"/>
              <a:gd name="connsiteY5" fmla="*/ 0 h 5157788"/>
              <a:gd name="connsiteX0" fmla="*/ 2207679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207679 w 4943475"/>
              <a:gd name="connsiteY5" fmla="*/ 0 h 5157788"/>
              <a:gd name="connsiteX0" fmla="*/ 2963763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963763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092200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71575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343583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9672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19672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51412" h="5157788">
                <a:moveTo>
                  <a:pt x="2706687" y="0"/>
                </a:moveTo>
                <a:lnTo>
                  <a:pt x="4951412" y="0"/>
                </a:lnTo>
                <a:lnTo>
                  <a:pt x="4951412" y="5157788"/>
                </a:lnTo>
                <a:lnTo>
                  <a:pt x="0" y="5153180"/>
                </a:lnTo>
                <a:cubicBezTo>
                  <a:pt x="84411" y="4542509"/>
                  <a:pt x="183041" y="4024723"/>
                  <a:pt x="1243508" y="2562613"/>
                </a:cubicBezTo>
                <a:cubicBezTo>
                  <a:pt x="1867447" y="1704780"/>
                  <a:pt x="2665955" y="709265"/>
                  <a:pt x="2706687" y="0"/>
                </a:cubicBezTo>
                <a:close/>
              </a:path>
            </a:pathLst>
          </a:custGeom>
          <a:solidFill>
            <a:schemeClr val="bg2"/>
          </a:solidFill>
          <a:ln w="3175">
            <a:noFill/>
          </a:ln>
        </p:spPr>
        <p:txBody>
          <a:bodyPr tIns="720000" anchor="ctr" anchorCtr="0"/>
          <a:lstStyle>
            <a:lvl1pPr algn="ctr"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3" name="Espace réservé du texte 4"/>
          <p:cNvSpPr>
            <a:spLocks noGrp="1"/>
          </p:cNvSpPr>
          <p:nvPr>
            <p:ph type="body" sz="quarter" idx="19" hasCustomPrompt="1"/>
          </p:nvPr>
        </p:nvSpPr>
        <p:spPr>
          <a:xfrm>
            <a:off x="7440085" y="5445224"/>
            <a:ext cx="4751916" cy="367521"/>
          </a:xfrm>
          <a:solidFill>
            <a:schemeClr val="bg1">
              <a:alpha val="60000"/>
            </a:schemeClr>
          </a:solidFill>
        </p:spPr>
        <p:txBody>
          <a:bodyPr anchor="ctr" anchorCtr="0"/>
          <a:lstStyle>
            <a:lvl1pPr algn="ctr">
              <a:defRPr sz="1400" b="0" i="1"/>
            </a:lvl1pPr>
            <a:lvl2pPr algn="ctr">
              <a:defRPr sz="1333" b="0" i="1"/>
            </a:lvl2pPr>
            <a:lvl3pPr algn="ctr">
              <a:defRPr sz="1200" b="0" i="1"/>
            </a:lvl3pPr>
            <a:lvl4pPr algn="ctr">
              <a:defRPr sz="1200" b="0" i="1"/>
            </a:lvl4pPr>
            <a:lvl5pPr algn="ctr">
              <a:defRPr sz="1067" b="0" i="1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70500430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B624F2D-E14E-4E49-BA55-A9C0E45F6F7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6994830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B624F2D-E14E-4E49-BA55-A9C0E45F6F7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8000"/>
            <a:ext cx="10645648" cy="204301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  17"/>
          <p:cNvSpPr>
            <a:spLocks noGrp="1"/>
          </p:cNvSpPr>
          <p:nvPr>
            <p:ph type="pic" sz="quarter" idx="13"/>
          </p:nvPr>
        </p:nvSpPr>
        <p:spPr bwMode="gray">
          <a:xfrm>
            <a:off x="-1" y="3621021"/>
            <a:ext cx="12192001" cy="2189096"/>
          </a:xfrm>
          <a:custGeom>
            <a:avLst/>
            <a:gdLst>
              <a:gd name="connsiteX0" fmla="*/ 0 w 7344000"/>
              <a:gd name="connsiteY0" fmla="*/ 0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0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44000" h="1728787">
                <a:moveTo>
                  <a:pt x="0" y="605117"/>
                </a:moveTo>
                <a:cubicBezTo>
                  <a:pt x="2817794" y="551329"/>
                  <a:pt x="3342865" y="73959"/>
                  <a:pt x="7344000" y="0"/>
                </a:cubicBezTo>
                <a:lnTo>
                  <a:pt x="7344000" y="1728787"/>
                </a:lnTo>
                <a:lnTo>
                  <a:pt x="0" y="1728787"/>
                </a:lnTo>
                <a:lnTo>
                  <a:pt x="0" y="605117"/>
                </a:lnTo>
                <a:close/>
              </a:path>
            </a:pathLst>
          </a:custGeo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635800315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C2D4482D-E5DD-4F27-9EDB-65021D09A79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8188678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C2D4482D-E5DD-4F27-9EDB-65021D09A79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1"/>
            <a:ext cx="5424000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751499" y="1603201"/>
            <a:ext cx="4768501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2382046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95E8836-1B9E-4C49-AA79-82DA9E27294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424606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95E8836-1B9E-4C49-AA79-82DA9E27294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E8C5DFED-F2B7-411C-9518-86880D4D2C7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10848000" cy="249667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633779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5" name="Titr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10700760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&amp;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CB97CF4-6117-4A85-8264-8292F20915E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8013735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CB97CF4-6117-4A85-8264-8292F20915E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6384967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1999" y="3307201"/>
            <a:ext cx="6384967" cy="2498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6384967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7680176" y="753401"/>
            <a:ext cx="3839824" cy="5014516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136755827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03F2CB7A-1E95-4ABC-A10B-3CDA6CBC522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78843429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03F2CB7A-1E95-4ABC-A10B-3CDA6CBC52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5424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6768000" y="3309347"/>
            <a:ext cx="475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422970187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3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249BDB2D-AAE5-4C6F-ACDF-CED57C6F3F2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14639857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249BDB2D-AAE5-4C6F-ACDF-CED57C6F3F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3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4167359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8" hasCustomPrompt="1"/>
          </p:nvPr>
        </p:nvSpPr>
        <p:spPr bwMode="gray">
          <a:xfrm>
            <a:off x="76468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156313994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B1250B9-F55C-4042-8FB6-D2393157626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7501472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B1250B9-F55C-4042-8FB6-D2393157626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096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3" name="Espace réservé du contenu 2"/>
          <p:cNvSpPr>
            <a:spLocks noGrp="1"/>
          </p:cNvSpPr>
          <p:nvPr>
            <p:ph idx="14" hasCustomPrompt="1"/>
          </p:nvPr>
        </p:nvSpPr>
        <p:spPr bwMode="gray">
          <a:xfrm>
            <a:off x="672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5" hasCustomPrompt="1"/>
          </p:nvPr>
        </p:nvSpPr>
        <p:spPr bwMode="gray">
          <a:xfrm>
            <a:off x="6096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886016517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BEF7C3DA-2958-445D-9B93-FE56BA0540B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8380999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BEF7C3DA-2958-445D-9B93-FE56BA0540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672000" y="1603201"/>
            <a:ext cx="10848000" cy="4156800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2138808765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DDEA8F17-95C7-470F-8043-D051CFF6D73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27641052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DDEA8F17-95C7-470F-8043-D051CFF6D73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936627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2638824"/>
            <a:ext cx="4896000" cy="324000"/>
          </a:xfrm>
          <a:solidFill>
            <a:schemeClr val="accent1"/>
          </a:solidFill>
          <a:ln w="9525">
            <a:solidFill>
              <a:schemeClr val="accent1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2962824"/>
            <a:ext cx="4896000" cy="2352000"/>
          </a:xfrm>
          <a:ln w="9525">
            <a:solidFill>
              <a:schemeClr val="accent1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000" y="2638824"/>
            <a:ext cx="4896000" cy="324000"/>
          </a:xfrm>
          <a:solidFill>
            <a:schemeClr val="accent2"/>
          </a:solidFill>
          <a:ln w="9525">
            <a:solidFill>
              <a:schemeClr val="accent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000" y="2962824"/>
            <a:ext cx="4896000" cy="2352000"/>
          </a:xfrm>
          <a:ln w="9525">
            <a:solidFill>
              <a:schemeClr val="accent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193804117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CD79D9DD-29F6-4795-8218-0A21F32E9D9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87307072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CD79D9DD-29F6-4795-8218-0A21F32E9D9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pic>
        <p:nvPicPr>
          <p:cNvPr id="10" name="table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1192419" y="1653712"/>
            <a:ext cx="4465240" cy="1788160"/>
          </a:xfrm>
          <a:prstGeom prst="rect">
            <a:avLst/>
          </a:prstGeom>
        </p:spPr>
      </p:pic>
      <p:pic>
        <p:nvPicPr>
          <p:cNvPr id="12" name="table"/>
          <p:cNvPicPr>
            <a:picLocks noChangeAspect="1"/>
          </p:cNvPicPr>
          <p:nvPr userDrawn="1"/>
        </p:nvPicPr>
        <p:blipFill>
          <a:blip r:embed="rId6"/>
          <a:stretch>
            <a:fillRect/>
          </a:stretch>
        </p:blipFill>
        <p:spPr>
          <a:xfrm>
            <a:off x="6534343" y="1653712"/>
            <a:ext cx="4465240" cy="1788160"/>
          </a:xfrm>
          <a:prstGeom prst="rect">
            <a:avLst/>
          </a:prstGeom>
        </p:spPr>
      </p:pic>
      <p:pic>
        <p:nvPicPr>
          <p:cNvPr id="13" name="table"/>
          <p:cNvPicPr>
            <a:picLocks noChangeAspect="1"/>
          </p:cNvPicPr>
          <p:nvPr userDrawn="1"/>
        </p:nvPicPr>
        <p:blipFill>
          <a:blip r:embed="rId7"/>
          <a:stretch>
            <a:fillRect/>
          </a:stretch>
        </p:blipFill>
        <p:spPr>
          <a:xfrm>
            <a:off x="1192419" y="3813043"/>
            <a:ext cx="4465240" cy="1788160"/>
          </a:xfrm>
          <a:prstGeom prst="rect">
            <a:avLst/>
          </a:prstGeom>
        </p:spPr>
      </p:pic>
      <p:pic>
        <p:nvPicPr>
          <p:cNvPr id="14" name="table"/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6534343" y="3813043"/>
            <a:ext cx="4465240" cy="1788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4303945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731F15DA-7CBD-4654-81B5-14E8AAAB4F4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8962729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731F15DA-7CBD-4654-81B5-14E8AAAB4F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795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795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633434548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0AFF9D59-C6DE-4643-92AC-FC7504C11FD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50363842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0AFF9D59-C6DE-4643-92AC-FC7504C11FD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Image 17" descr="Image_03.jpg"/>
          <p:cNvPicPr>
            <a:picLocks noChangeAspect="1"/>
          </p:cNvPicPr>
          <p:nvPr userDrawn="1"/>
        </p:nvPicPr>
        <p:blipFill>
          <a:blip r:embed="rId5" cstate="print"/>
          <a:stretch>
            <a:fillRect/>
          </a:stretch>
        </p:blipFill>
        <p:spPr bwMode="gray">
          <a:xfrm>
            <a:off x="6620071" y="-16850"/>
            <a:ext cx="5591179" cy="5712068"/>
          </a:xfrm>
          <a:prstGeom prst="rect">
            <a:avLst/>
          </a:prstGeom>
        </p:spPr>
      </p:pic>
      <p:sp>
        <p:nvSpPr>
          <p:cNvPr id="13" name="Forme libre 12"/>
          <p:cNvSpPr/>
          <p:nvPr userDrawn="1"/>
        </p:nvSpPr>
        <p:spPr>
          <a:xfrm>
            <a:off x="3" y="0"/>
            <a:ext cx="9394668" cy="5160000"/>
          </a:xfrm>
          <a:custGeom>
            <a:avLst/>
            <a:gdLst>
              <a:gd name="connsiteX0" fmla="*/ 0 w 7046001"/>
              <a:gd name="connsiteY0" fmla="*/ 0 h 3870000"/>
              <a:gd name="connsiteX1" fmla="*/ 7046001 w 7046001"/>
              <a:gd name="connsiteY1" fmla="*/ 0 h 3870000"/>
              <a:gd name="connsiteX2" fmla="*/ 5146256 w 7046001"/>
              <a:gd name="connsiteY2" fmla="*/ 3580448 h 3870000"/>
              <a:gd name="connsiteX3" fmla="*/ 5116340 w 7046001"/>
              <a:gd name="connsiteY3" fmla="*/ 3870000 h 3870000"/>
              <a:gd name="connsiteX4" fmla="*/ 0 w 7046001"/>
              <a:gd name="connsiteY4" fmla="*/ 3870000 h 387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46001" h="3870000">
                <a:moveTo>
                  <a:pt x="0" y="0"/>
                </a:moveTo>
                <a:lnTo>
                  <a:pt x="7046001" y="0"/>
                </a:lnTo>
                <a:cubicBezTo>
                  <a:pt x="7040718" y="945283"/>
                  <a:pt x="5396983" y="2115735"/>
                  <a:pt x="5146256" y="3580448"/>
                </a:cubicBezTo>
                <a:lnTo>
                  <a:pt x="5116340" y="3870000"/>
                </a:lnTo>
                <a:lnTo>
                  <a:pt x="0" y="3870000"/>
                </a:lnTo>
                <a:close/>
              </a:path>
            </a:pathLst>
          </a:custGeom>
          <a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3600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992935064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8BE37F2D-FFB9-42E2-8171-4FF77FCBAB1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5874643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8BE37F2D-FFB9-42E2-8171-4FF77FCBAB1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Image 12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sp>
        <p:nvSpPr>
          <p:cNvPr id="20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29059986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2E6022C-520D-4957-AAA7-3291409ADB9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49212479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2E6022C-520D-4957-AAA7-3291409ADB9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E0ACC9CD-8E19-46E9-B1FC-79F3E8518D5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BRAND COLOUR PALETTE</a:t>
            </a:r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6" name="ZoneTexte 5"/>
          <p:cNvSpPr txBox="1"/>
          <p:nvPr userDrawn="1"/>
        </p:nvSpPr>
        <p:spPr>
          <a:xfrm>
            <a:off x="672000" y="1506440"/>
            <a:ext cx="4358557" cy="299253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Primary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Corporate colours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Strategic Goal Colours</a:t>
            </a:r>
          </a:p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Secondary</a:t>
            </a:r>
          </a:p>
        </p:txBody>
      </p:sp>
      <p:sp>
        <p:nvSpPr>
          <p:cNvPr id="7" name="Freeform 8"/>
          <p:cNvSpPr>
            <a:spLocks noChangeAspect="1"/>
          </p:cNvSpPr>
          <p:nvPr userDrawn="1"/>
        </p:nvSpPr>
        <p:spPr bwMode="auto">
          <a:xfrm>
            <a:off x="5012245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" name="Rectangle 7"/>
          <p:cNvSpPr/>
          <p:nvPr userDrawn="1"/>
        </p:nvSpPr>
        <p:spPr>
          <a:xfrm>
            <a:off x="5505451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49" name="Rectangle 48"/>
          <p:cNvSpPr/>
          <p:nvPr userDrawn="1"/>
        </p:nvSpPr>
        <p:spPr>
          <a:xfrm>
            <a:off x="6239685" y="5185225"/>
            <a:ext cx="4224801" cy="63552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r>
              <a:rPr lang="en-US" sz="1200" b="1" noProof="0">
                <a:solidFill>
                  <a:schemeClr val="tx1"/>
                </a:solidFill>
              </a:rPr>
              <a:t>Please use the four Gavi corporate colours where possible.  Specific strategic goals </a:t>
            </a:r>
            <a:br>
              <a:rPr lang="en-US" sz="1200" b="1" noProof="0">
                <a:solidFill>
                  <a:schemeClr val="tx1"/>
                </a:solidFill>
              </a:rPr>
            </a:br>
            <a:r>
              <a:rPr lang="en-US" sz="1200" b="1" noProof="0">
                <a:solidFill>
                  <a:schemeClr val="tx1"/>
                </a:solidFill>
              </a:rPr>
              <a:t>or vaccines should be highlighted using the key above. </a:t>
            </a:r>
          </a:p>
        </p:txBody>
      </p:sp>
      <p:sp>
        <p:nvSpPr>
          <p:cNvPr id="65" name="Freeform 8"/>
          <p:cNvSpPr>
            <a:spLocks noChangeAspect="1"/>
          </p:cNvSpPr>
          <p:nvPr userDrawn="1"/>
        </p:nvSpPr>
        <p:spPr bwMode="auto">
          <a:xfrm>
            <a:off x="645743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6" name="Rectangle 65"/>
          <p:cNvSpPr/>
          <p:nvPr userDrawn="1"/>
        </p:nvSpPr>
        <p:spPr>
          <a:xfrm>
            <a:off x="695064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68" name="Freeform 8"/>
          <p:cNvSpPr>
            <a:spLocks noChangeAspect="1"/>
          </p:cNvSpPr>
          <p:nvPr userDrawn="1"/>
        </p:nvSpPr>
        <p:spPr bwMode="auto">
          <a:xfrm>
            <a:off x="7869403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9" name="Rectangle 68"/>
          <p:cNvSpPr/>
          <p:nvPr userDrawn="1"/>
        </p:nvSpPr>
        <p:spPr>
          <a:xfrm>
            <a:off x="8362608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71" name="Freeform 8"/>
          <p:cNvSpPr>
            <a:spLocks noChangeAspect="1"/>
          </p:cNvSpPr>
          <p:nvPr userDrawn="1"/>
        </p:nvSpPr>
        <p:spPr bwMode="auto">
          <a:xfrm>
            <a:off x="949311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2" name="Rectangle 71"/>
          <p:cNvSpPr/>
          <p:nvPr userDrawn="1"/>
        </p:nvSpPr>
        <p:spPr>
          <a:xfrm>
            <a:off x="998632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  <p:sp>
        <p:nvSpPr>
          <p:cNvPr id="74" name="Freeform 8"/>
          <p:cNvSpPr>
            <a:spLocks noChangeAspect="1"/>
          </p:cNvSpPr>
          <p:nvPr userDrawn="1"/>
        </p:nvSpPr>
        <p:spPr bwMode="auto">
          <a:xfrm>
            <a:off x="5012245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5" name="Rectangle 74"/>
          <p:cNvSpPr/>
          <p:nvPr userDrawn="1"/>
        </p:nvSpPr>
        <p:spPr>
          <a:xfrm>
            <a:off x="5505451" y="2315392"/>
            <a:ext cx="951987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ACCELERATE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VACCINES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144</a:t>
            </a:r>
          </a:p>
        </p:txBody>
      </p:sp>
      <p:sp>
        <p:nvSpPr>
          <p:cNvPr id="77" name="Freeform 8"/>
          <p:cNvSpPr>
            <a:spLocks noChangeAspect="1"/>
          </p:cNvSpPr>
          <p:nvPr userDrawn="1"/>
        </p:nvSpPr>
        <p:spPr bwMode="auto">
          <a:xfrm>
            <a:off x="645743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8" name="Rectangle 77"/>
          <p:cNvSpPr/>
          <p:nvPr userDrawn="1"/>
        </p:nvSpPr>
        <p:spPr>
          <a:xfrm>
            <a:off x="6950643" y="2315392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STRENGTHEN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CAPACITY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105</a:t>
            </a:r>
          </a:p>
        </p:txBody>
      </p:sp>
      <p:sp>
        <p:nvSpPr>
          <p:cNvPr id="80" name="Freeform 8"/>
          <p:cNvSpPr>
            <a:spLocks noChangeAspect="1"/>
          </p:cNvSpPr>
          <p:nvPr userDrawn="1"/>
        </p:nvSpPr>
        <p:spPr bwMode="auto">
          <a:xfrm>
            <a:off x="7869403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1" name="Rectangle 80"/>
          <p:cNvSpPr/>
          <p:nvPr userDrawn="1"/>
        </p:nvSpPr>
        <p:spPr>
          <a:xfrm>
            <a:off x="8362608" y="2315392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INCREASE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PREDICTABILITY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83" name="Freeform 8"/>
          <p:cNvSpPr>
            <a:spLocks noChangeAspect="1"/>
          </p:cNvSpPr>
          <p:nvPr userDrawn="1"/>
        </p:nvSpPr>
        <p:spPr bwMode="auto">
          <a:xfrm>
            <a:off x="949311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4" name="Rectangle 83"/>
          <p:cNvSpPr/>
          <p:nvPr userDrawn="1"/>
        </p:nvSpPr>
        <p:spPr>
          <a:xfrm>
            <a:off x="9986323" y="2315392"/>
            <a:ext cx="1054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SHAPE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THE MARKET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97" name="Freeform 8"/>
          <p:cNvSpPr>
            <a:spLocks noChangeAspect="1"/>
          </p:cNvSpPr>
          <p:nvPr userDrawn="1"/>
        </p:nvSpPr>
        <p:spPr bwMode="auto">
          <a:xfrm>
            <a:off x="5012245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ED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8" name="Rectangle 97"/>
          <p:cNvSpPr/>
          <p:nvPr userDrawn="1"/>
        </p:nvSpPr>
        <p:spPr>
          <a:xfrm>
            <a:off x="5505451" y="3236979"/>
            <a:ext cx="951987" cy="8047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IPV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INJECTABLE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POLIO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220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95" name="Freeform 8"/>
          <p:cNvSpPr>
            <a:spLocks noChangeAspect="1"/>
          </p:cNvSpPr>
          <p:nvPr userDrawn="1"/>
        </p:nvSpPr>
        <p:spPr bwMode="auto">
          <a:xfrm>
            <a:off x="645743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B288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6" name="Rectangle 95"/>
          <p:cNvSpPr/>
          <p:nvPr userDrawn="1"/>
        </p:nvSpPr>
        <p:spPr>
          <a:xfrm>
            <a:off x="6950643" y="3398520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JAPANESE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ENCEPHALITIS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93" name="Freeform 8"/>
          <p:cNvSpPr>
            <a:spLocks noChangeAspect="1"/>
          </p:cNvSpPr>
          <p:nvPr userDrawn="1"/>
        </p:nvSpPr>
        <p:spPr bwMode="auto">
          <a:xfrm>
            <a:off x="7869403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41B6E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4" name="Rectangle 93"/>
          <p:cNvSpPr/>
          <p:nvPr userDrawn="1"/>
        </p:nvSpPr>
        <p:spPr>
          <a:xfrm>
            <a:off x="836260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182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230</a:t>
            </a:r>
          </a:p>
        </p:txBody>
      </p:sp>
      <p:sp>
        <p:nvSpPr>
          <p:cNvPr id="91" name="Freeform 8"/>
          <p:cNvSpPr>
            <a:spLocks noChangeAspect="1"/>
          </p:cNvSpPr>
          <p:nvPr userDrawn="1"/>
        </p:nvSpPr>
        <p:spPr bwMode="auto">
          <a:xfrm>
            <a:off x="949311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7A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2" name="Rectangle 91"/>
          <p:cNvSpPr/>
          <p:nvPr userDrawn="1"/>
        </p:nvSpPr>
        <p:spPr>
          <a:xfrm>
            <a:off x="9986323" y="3398520"/>
            <a:ext cx="910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2</a:t>
            </a:r>
            <a:r>
              <a:rPr lang="en-US" sz="933" b="1" baseline="30000" noProof="0">
                <a:solidFill>
                  <a:schemeClr val="tx1"/>
                </a:solidFill>
              </a:rPr>
              <a:t>ND</a:t>
            </a:r>
            <a:r>
              <a:rPr lang="en-US" sz="933" b="1" noProof="0">
                <a:solidFill>
                  <a:schemeClr val="tx1"/>
                </a:solidFill>
              </a:rPr>
              <a:t> DOSE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169</a:t>
            </a:r>
          </a:p>
        </p:txBody>
      </p:sp>
      <p:sp>
        <p:nvSpPr>
          <p:cNvPr id="110" name="Freeform 8"/>
          <p:cNvSpPr>
            <a:spLocks noChangeAspect="1"/>
          </p:cNvSpPr>
          <p:nvPr userDrawn="1"/>
        </p:nvSpPr>
        <p:spPr bwMode="auto">
          <a:xfrm>
            <a:off x="5012245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33A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11" name="Rectangle 110"/>
          <p:cNvSpPr/>
          <p:nvPr userDrawn="1"/>
        </p:nvSpPr>
        <p:spPr>
          <a:xfrm>
            <a:off x="5505450" y="4242296"/>
            <a:ext cx="73423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PNEUMO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160</a:t>
            </a:r>
          </a:p>
        </p:txBody>
      </p:sp>
      <p:sp>
        <p:nvSpPr>
          <p:cNvPr id="108" name="Freeform 8"/>
          <p:cNvSpPr>
            <a:spLocks noChangeAspect="1"/>
          </p:cNvSpPr>
          <p:nvPr userDrawn="1"/>
        </p:nvSpPr>
        <p:spPr bwMode="auto">
          <a:xfrm>
            <a:off x="645743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860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9" name="Rectangle 108"/>
          <p:cNvSpPr/>
          <p:nvPr userDrawn="1"/>
        </p:nvSpPr>
        <p:spPr>
          <a:xfrm>
            <a:off x="6950643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ROTAVIRUS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24</a:t>
            </a:r>
          </a:p>
        </p:txBody>
      </p:sp>
      <p:sp>
        <p:nvSpPr>
          <p:cNvPr id="106" name="Freeform 8"/>
          <p:cNvSpPr>
            <a:spLocks noChangeAspect="1"/>
          </p:cNvSpPr>
          <p:nvPr userDrawn="1"/>
        </p:nvSpPr>
        <p:spPr bwMode="auto">
          <a:xfrm>
            <a:off x="7869403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EAAA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7" name="Rectangle 106"/>
          <p:cNvSpPr/>
          <p:nvPr userDrawn="1"/>
        </p:nvSpPr>
        <p:spPr>
          <a:xfrm>
            <a:off x="8362608" y="4242296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YELLOW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FEVER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234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170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104" name="Freeform 8"/>
          <p:cNvSpPr>
            <a:spLocks noChangeAspect="1"/>
          </p:cNvSpPr>
          <p:nvPr userDrawn="1"/>
        </p:nvSpPr>
        <p:spPr bwMode="auto">
          <a:xfrm>
            <a:off x="949311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7D7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5" name="Rectangle 104"/>
          <p:cNvSpPr/>
          <p:nvPr userDrawn="1"/>
        </p:nvSpPr>
        <p:spPr>
          <a:xfrm>
            <a:off x="9986323" y="4242296"/>
            <a:ext cx="76619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TYPHOÏD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125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112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97</a:t>
            </a:r>
          </a:p>
        </p:txBody>
      </p:sp>
      <p:sp>
        <p:nvSpPr>
          <p:cNvPr id="123" name="Freeform 8"/>
          <p:cNvSpPr>
            <a:spLocks noChangeAspect="1"/>
          </p:cNvSpPr>
          <p:nvPr userDrawn="1"/>
        </p:nvSpPr>
        <p:spPr bwMode="auto">
          <a:xfrm>
            <a:off x="672000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F5C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4" name="Rectangle 123"/>
          <p:cNvSpPr/>
          <p:nvPr userDrawn="1"/>
        </p:nvSpPr>
        <p:spPr>
          <a:xfrm>
            <a:off x="1165206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CHOLERA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55</a:t>
            </a:r>
          </a:p>
        </p:txBody>
      </p:sp>
      <p:sp>
        <p:nvSpPr>
          <p:cNvPr id="121" name="Freeform 8"/>
          <p:cNvSpPr>
            <a:spLocks noChangeAspect="1"/>
          </p:cNvSpPr>
          <p:nvPr userDrawn="1"/>
        </p:nvSpPr>
        <p:spPr bwMode="auto">
          <a:xfrm>
            <a:off x="2117192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500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2" name="Rectangle 121"/>
          <p:cNvSpPr/>
          <p:nvPr userDrawn="1"/>
        </p:nvSpPr>
        <p:spPr>
          <a:xfrm>
            <a:off x="261039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HEPB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213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50</a:t>
            </a:r>
          </a:p>
        </p:txBody>
      </p:sp>
      <p:sp>
        <p:nvSpPr>
          <p:cNvPr id="119" name="Freeform 8"/>
          <p:cNvSpPr>
            <a:spLocks noChangeAspect="1"/>
          </p:cNvSpPr>
          <p:nvPr userDrawn="1"/>
        </p:nvSpPr>
        <p:spPr bwMode="auto">
          <a:xfrm>
            <a:off x="352915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F59B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0" name="Rectangle 119"/>
          <p:cNvSpPr/>
          <p:nvPr userDrawn="1"/>
        </p:nvSpPr>
        <p:spPr>
          <a:xfrm>
            <a:off x="4022363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HPV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245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187</a:t>
            </a:r>
          </a:p>
        </p:txBody>
      </p:sp>
      <p:sp>
        <p:nvSpPr>
          <p:cNvPr id="126" name="Freeform 8"/>
          <p:cNvSpPr>
            <a:spLocks noChangeAspect="1"/>
          </p:cNvSpPr>
          <p:nvPr userDrawn="1"/>
        </p:nvSpPr>
        <p:spPr bwMode="auto">
          <a:xfrm>
            <a:off x="5012245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463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7" name="Rectangle 126"/>
          <p:cNvSpPr/>
          <p:nvPr userDrawn="1"/>
        </p:nvSpPr>
        <p:spPr>
          <a:xfrm>
            <a:off x="5505451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RABIES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99</a:t>
            </a:r>
          </a:p>
        </p:txBody>
      </p:sp>
      <p:sp>
        <p:nvSpPr>
          <p:cNvPr id="137" name="Freeform 8"/>
          <p:cNvSpPr>
            <a:spLocks noChangeAspect="1"/>
          </p:cNvSpPr>
          <p:nvPr userDrawn="1"/>
        </p:nvSpPr>
        <p:spPr bwMode="auto">
          <a:xfrm>
            <a:off x="672000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5A7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8" name="Rectangle 137"/>
          <p:cNvSpPr/>
          <p:nvPr userDrawn="1"/>
        </p:nvSpPr>
        <p:spPr>
          <a:xfrm>
            <a:off x="1165205" y="4242296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RUBELLA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112</a:t>
            </a:r>
          </a:p>
        </p:txBody>
      </p:sp>
      <p:sp>
        <p:nvSpPr>
          <p:cNvPr id="135" name="Freeform 8"/>
          <p:cNvSpPr>
            <a:spLocks noChangeAspect="1"/>
          </p:cNvSpPr>
          <p:nvPr userDrawn="1"/>
        </p:nvSpPr>
        <p:spPr bwMode="auto">
          <a:xfrm>
            <a:off x="2117192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63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6" name="Rectangle 135"/>
          <p:cNvSpPr/>
          <p:nvPr userDrawn="1"/>
        </p:nvSpPr>
        <p:spPr>
          <a:xfrm>
            <a:off x="2610397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MENINGITIS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57</a:t>
            </a:r>
          </a:p>
        </p:txBody>
      </p:sp>
      <p:sp>
        <p:nvSpPr>
          <p:cNvPr id="133" name="Freeform 8"/>
          <p:cNvSpPr>
            <a:spLocks noChangeAspect="1"/>
          </p:cNvSpPr>
          <p:nvPr userDrawn="1"/>
        </p:nvSpPr>
        <p:spPr bwMode="auto">
          <a:xfrm>
            <a:off x="352915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532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4" name="Rectangle 133"/>
          <p:cNvSpPr/>
          <p:nvPr userDrawn="1"/>
        </p:nvSpPr>
        <p:spPr>
          <a:xfrm>
            <a:off x="4022363" y="4242296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PENTA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DTP–HEP-HIB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121</a:t>
            </a:r>
          </a:p>
        </p:txBody>
      </p:sp>
      <p:sp>
        <p:nvSpPr>
          <p:cNvPr id="149" name="Freeform 8"/>
          <p:cNvSpPr>
            <a:spLocks noChangeAspect="1"/>
          </p:cNvSpPr>
          <p:nvPr userDrawn="1"/>
        </p:nvSpPr>
        <p:spPr bwMode="auto">
          <a:xfrm>
            <a:off x="672000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6C6C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50" name="Rectangle 149"/>
          <p:cNvSpPr/>
          <p:nvPr userDrawn="1"/>
        </p:nvSpPr>
        <p:spPr>
          <a:xfrm>
            <a:off x="1165205" y="5107517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DENGUE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</p:txBody>
      </p:sp>
      <p:sp>
        <p:nvSpPr>
          <p:cNvPr id="147" name="Freeform 8"/>
          <p:cNvSpPr>
            <a:spLocks noChangeAspect="1"/>
          </p:cNvSpPr>
          <p:nvPr userDrawn="1"/>
        </p:nvSpPr>
        <p:spPr bwMode="auto">
          <a:xfrm>
            <a:off x="2117192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8A8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8" name="Rectangle 147"/>
          <p:cNvSpPr/>
          <p:nvPr userDrawn="1"/>
        </p:nvSpPr>
        <p:spPr>
          <a:xfrm>
            <a:off x="2610398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MALARIA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167</a:t>
            </a:r>
          </a:p>
        </p:txBody>
      </p:sp>
      <p:sp>
        <p:nvSpPr>
          <p:cNvPr id="145" name="Freeform 8"/>
          <p:cNvSpPr>
            <a:spLocks noChangeAspect="1"/>
          </p:cNvSpPr>
          <p:nvPr userDrawn="1"/>
        </p:nvSpPr>
        <p:spPr bwMode="auto">
          <a:xfrm>
            <a:off x="3529157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8787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6" name="Rectangle 145"/>
          <p:cNvSpPr/>
          <p:nvPr userDrawn="1"/>
        </p:nvSpPr>
        <p:spPr>
          <a:xfrm>
            <a:off x="4022363" y="5107517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MATERNAL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FLU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</p:spTree>
    <p:extLst>
      <p:ext uri="{BB962C8B-B14F-4D97-AF65-F5344CB8AC3E}">
        <p14:creationId xmlns:p14="http://schemas.microsoft.com/office/powerpoint/2010/main" val="2999462658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ABA6D6-C3C4-4D4D-ABD0-FCBA65A91B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BE8F94B-3E3A-456C-A2FB-D0C501D012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2720915019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F3EFC053-8E7E-4AF4-AA92-54C24ED8971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949156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F3EFC053-8E7E-4AF4-AA92-54C24ED8971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Image 16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13" name="Image 12" descr="Bas_couv.png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84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64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8" name="Rectangle 17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1378906186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C4B7C409-49ED-4747-9112-F111A48B8E7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6008405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C4B7C409-49ED-4747-9112-F111A48B8E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4" name="Image 2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23" name="Image 22" descr="Bas_couv.png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96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8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70340655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E05CE4D4-477E-433E-BD95-252A574D95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3762893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E05CE4D4-477E-433E-BD95-252A574D95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Image 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0"/>
            <a:ext cx="3453377" cy="6858000"/>
          </a:xfrm>
          <a:prstGeom prst="rect">
            <a:avLst/>
          </a:prstGeom>
        </p:spPr>
      </p:pic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3672000" y="1037167"/>
            <a:ext cx="7368533" cy="1646864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3672000" y="2902572"/>
            <a:ext cx="7368533" cy="2903445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texte 9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0" y="1"/>
            <a:ext cx="2495211" cy="4990431"/>
          </a:xfrm>
        </p:spPr>
        <p:txBody>
          <a:bodyPr/>
          <a:lstStyle>
            <a:lvl1pPr algn="r">
              <a:defRPr sz="22133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0</a:t>
            </a:r>
          </a:p>
        </p:txBody>
      </p:sp>
      <p:sp>
        <p:nvSpPr>
          <p:cNvPr id="12" name="Espace réservé du numéro de diapositive 11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3672000" y="2777245"/>
            <a:ext cx="134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1188053710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70A0C763-B999-49B8-8CE5-235EB25E061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9789106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70A0C763-B999-49B8-8CE5-235EB25E061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10848000" cy="41904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numéro de diapositive 13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257940094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4CB55DB6-3F1C-45F9-A4EC-8F28898D15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0336577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4CB55DB6-3F1C-45F9-A4EC-8F28898D15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4357648" y="1607999"/>
            <a:ext cx="6960000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pour une image 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0" y="1707856"/>
            <a:ext cx="4072411" cy="4098163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722746011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4A38B8A-8108-4E29-A3DE-4C15C17FE4C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1328547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4A38B8A-8108-4E29-A3DE-4C15C17FE4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7999"/>
            <a:ext cx="6672139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  17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7439389" y="5168"/>
            <a:ext cx="4752611" cy="5807451"/>
          </a:xfrm>
          <a:custGeom>
            <a:avLst/>
            <a:gdLst>
              <a:gd name="connsiteX0" fmla="*/ 0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0 w 3851275"/>
              <a:gd name="connsiteY4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1692275 w 3851275"/>
              <a:gd name="connsiteY4" fmla="*/ 0 h 5157788"/>
              <a:gd name="connsiteX0" fmla="*/ 0 w 2159000"/>
              <a:gd name="connsiteY0" fmla="*/ 0 h 5157788"/>
              <a:gd name="connsiteX1" fmla="*/ 2159000 w 2159000"/>
              <a:gd name="connsiteY1" fmla="*/ 0 h 5157788"/>
              <a:gd name="connsiteX2" fmla="*/ 2159000 w 2159000"/>
              <a:gd name="connsiteY2" fmla="*/ 5157788 h 5157788"/>
              <a:gd name="connsiteX3" fmla="*/ 0 w 2159000"/>
              <a:gd name="connsiteY3" fmla="*/ 5157788 h 5157788"/>
              <a:gd name="connsiteX4" fmla="*/ 0 w 2159000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3568576 w 5727576"/>
              <a:gd name="connsiteY0" fmla="*/ 0 h 5157788"/>
              <a:gd name="connsiteX1" fmla="*/ 5727576 w 5727576"/>
              <a:gd name="connsiteY1" fmla="*/ 0 h 5157788"/>
              <a:gd name="connsiteX2" fmla="*/ 5727576 w 5727576"/>
              <a:gd name="connsiteY2" fmla="*/ 5157788 h 5157788"/>
              <a:gd name="connsiteX3" fmla="*/ 3568576 w 5727576"/>
              <a:gd name="connsiteY3" fmla="*/ 5157788 h 5157788"/>
              <a:gd name="connsiteX4" fmla="*/ 3568576 w 5727576"/>
              <a:gd name="connsiteY4" fmla="*/ 0 h 5157788"/>
              <a:gd name="connsiteX0" fmla="*/ 3306355 w 5465355"/>
              <a:gd name="connsiteY0" fmla="*/ 0 h 5157788"/>
              <a:gd name="connsiteX1" fmla="*/ 5465355 w 5465355"/>
              <a:gd name="connsiteY1" fmla="*/ 0 h 5157788"/>
              <a:gd name="connsiteX2" fmla="*/ 5465355 w 5465355"/>
              <a:gd name="connsiteY2" fmla="*/ 5157788 h 5157788"/>
              <a:gd name="connsiteX3" fmla="*/ 3306355 w 5465355"/>
              <a:gd name="connsiteY3" fmla="*/ 5157788 h 5157788"/>
              <a:gd name="connsiteX4" fmla="*/ 3306355 w 5465355"/>
              <a:gd name="connsiteY4" fmla="*/ 0 h 5157788"/>
              <a:gd name="connsiteX0" fmla="*/ 1416957 w 3575957"/>
              <a:gd name="connsiteY0" fmla="*/ 0 h 5157788"/>
              <a:gd name="connsiteX1" fmla="*/ 3575957 w 3575957"/>
              <a:gd name="connsiteY1" fmla="*/ 0 h 5157788"/>
              <a:gd name="connsiteX2" fmla="*/ 3575957 w 3575957"/>
              <a:gd name="connsiteY2" fmla="*/ 5157788 h 5157788"/>
              <a:gd name="connsiteX3" fmla="*/ 1416957 w 3575957"/>
              <a:gd name="connsiteY3" fmla="*/ 5157788 h 5157788"/>
              <a:gd name="connsiteX4" fmla="*/ 0 w 3575957"/>
              <a:gd name="connsiteY4" fmla="*/ 3339193 h 5157788"/>
              <a:gd name="connsiteX5" fmla="*/ 1416957 w 3575957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6017419"/>
              <a:gd name="connsiteX1" fmla="*/ 3851275 w 3851275"/>
              <a:gd name="connsiteY1" fmla="*/ 0 h 6017419"/>
              <a:gd name="connsiteX2" fmla="*/ 3851275 w 3851275"/>
              <a:gd name="connsiteY2" fmla="*/ 5157788 h 6017419"/>
              <a:gd name="connsiteX3" fmla="*/ 1692275 w 3851275"/>
              <a:gd name="connsiteY3" fmla="*/ 5157788 h 6017419"/>
              <a:gd name="connsiteX4" fmla="*/ 0 w 3851275"/>
              <a:gd name="connsiteY4" fmla="*/ 3284984 h 6017419"/>
              <a:gd name="connsiteX5" fmla="*/ 1692275 w 3851275"/>
              <a:gd name="connsiteY5" fmla="*/ 0 h 6017419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04975 w 3863975"/>
              <a:gd name="connsiteY0" fmla="*/ 0 h 5157788"/>
              <a:gd name="connsiteX1" fmla="*/ 3863975 w 3863975"/>
              <a:gd name="connsiteY1" fmla="*/ 0 h 5157788"/>
              <a:gd name="connsiteX2" fmla="*/ 3863975 w 3863975"/>
              <a:gd name="connsiteY2" fmla="*/ 5157788 h 5157788"/>
              <a:gd name="connsiteX3" fmla="*/ 1704975 w 3863975"/>
              <a:gd name="connsiteY3" fmla="*/ 5157788 h 5157788"/>
              <a:gd name="connsiteX4" fmla="*/ 12700 w 3863975"/>
              <a:gd name="connsiteY4" fmla="*/ 3429000 h 5157788"/>
              <a:gd name="connsiteX5" fmla="*/ 1704975 w 3863975"/>
              <a:gd name="connsiteY5" fmla="*/ 0 h 5157788"/>
              <a:gd name="connsiteX0" fmla="*/ 1707243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707243 w 3866243"/>
              <a:gd name="connsiteY5" fmla="*/ 0 h 5157788"/>
              <a:gd name="connsiteX0" fmla="*/ 1130447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130447 w 3866243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3574235 w 6310031"/>
              <a:gd name="connsiteY0" fmla="*/ 0 h 5157788"/>
              <a:gd name="connsiteX1" fmla="*/ 6310031 w 6310031"/>
              <a:gd name="connsiteY1" fmla="*/ 0 h 5157788"/>
              <a:gd name="connsiteX2" fmla="*/ 6310031 w 6310031"/>
              <a:gd name="connsiteY2" fmla="*/ 5157788 h 5157788"/>
              <a:gd name="connsiteX3" fmla="*/ 585903 w 6310031"/>
              <a:gd name="connsiteY3" fmla="*/ 5153180 h 5157788"/>
              <a:gd name="connsiteX4" fmla="*/ 1738031 w 6310031"/>
              <a:gd name="connsiteY4" fmla="*/ 3389965 h 5157788"/>
              <a:gd name="connsiteX5" fmla="*/ 3574235 w 6310031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296143 w 5724128"/>
              <a:gd name="connsiteY4" fmla="*/ 3461908 h 5157788"/>
              <a:gd name="connsiteX5" fmla="*/ 2988332 w 5724128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1188132 w 5760132"/>
              <a:gd name="connsiteY4" fmla="*/ 3425937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2160240 w 4896036"/>
              <a:gd name="connsiteY0" fmla="*/ 0 h 5157788"/>
              <a:gd name="connsiteX1" fmla="*/ 4896036 w 4896036"/>
              <a:gd name="connsiteY1" fmla="*/ 0 h 5157788"/>
              <a:gd name="connsiteX2" fmla="*/ 4896036 w 4896036"/>
              <a:gd name="connsiteY2" fmla="*/ 5157788 h 5157788"/>
              <a:gd name="connsiteX3" fmla="*/ 0 w 4896036"/>
              <a:gd name="connsiteY3" fmla="*/ 5153180 h 5157788"/>
              <a:gd name="connsiteX4" fmla="*/ 1872208 w 4896036"/>
              <a:gd name="connsiteY4" fmla="*/ 3461908 h 5157788"/>
              <a:gd name="connsiteX5" fmla="*/ 2160240 w 4896036"/>
              <a:gd name="connsiteY5" fmla="*/ 0 h 5157788"/>
              <a:gd name="connsiteX0" fmla="*/ 2232248 w 4968044"/>
              <a:gd name="connsiteY0" fmla="*/ 0 h 5157788"/>
              <a:gd name="connsiteX1" fmla="*/ 4968044 w 4968044"/>
              <a:gd name="connsiteY1" fmla="*/ 0 h 5157788"/>
              <a:gd name="connsiteX2" fmla="*/ 4968044 w 4968044"/>
              <a:gd name="connsiteY2" fmla="*/ 5157788 h 5157788"/>
              <a:gd name="connsiteX3" fmla="*/ 0 w 4968044"/>
              <a:gd name="connsiteY3" fmla="*/ 5153180 h 5157788"/>
              <a:gd name="connsiteX4" fmla="*/ 1944216 w 4968044"/>
              <a:gd name="connsiteY4" fmla="*/ 3461908 h 5157788"/>
              <a:gd name="connsiteX5" fmla="*/ 2232248 w 4968044"/>
              <a:gd name="connsiteY5" fmla="*/ 0 h 5157788"/>
              <a:gd name="connsiteX0" fmla="*/ 2207679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207679 w 4943475"/>
              <a:gd name="connsiteY5" fmla="*/ 0 h 5157788"/>
              <a:gd name="connsiteX0" fmla="*/ 2963763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963763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092200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71575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343583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9672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19672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51412" h="5157788">
                <a:moveTo>
                  <a:pt x="2706687" y="0"/>
                </a:moveTo>
                <a:lnTo>
                  <a:pt x="4951412" y="0"/>
                </a:lnTo>
                <a:lnTo>
                  <a:pt x="4951412" y="5157788"/>
                </a:lnTo>
                <a:lnTo>
                  <a:pt x="0" y="5153180"/>
                </a:lnTo>
                <a:cubicBezTo>
                  <a:pt x="84411" y="4542509"/>
                  <a:pt x="183041" y="4024723"/>
                  <a:pt x="1243508" y="2562613"/>
                </a:cubicBezTo>
                <a:cubicBezTo>
                  <a:pt x="1867447" y="1704780"/>
                  <a:pt x="2665955" y="709265"/>
                  <a:pt x="2706687" y="0"/>
                </a:cubicBezTo>
                <a:close/>
              </a:path>
            </a:pathLst>
          </a:custGeom>
          <a:solidFill>
            <a:schemeClr val="bg2"/>
          </a:solidFill>
          <a:ln w="3175">
            <a:noFill/>
          </a:ln>
        </p:spPr>
        <p:txBody>
          <a:bodyPr tIns="720000" anchor="ctr" anchorCtr="0"/>
          <a:lstStyle>
            <a:lvl1pPr algn="ctr"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3" name="Espace réservé du texte 4"/>
          <p:cNvSpPr>
            <a:spLocks noGrp="1"/>
          </p:cNvSpPr>
          <p:nvPr>
            <p:ph type="body" sz="quarter" idx="19" hasCustomPrompt="1"/>
          </p:nvPr>
        </p:nvSpPr>
        <p:spPr>
          <a:xfrm>
            <a:off x="7440085" y="5445224"/>
            <a:ext cx="4751916" cy="367521"/>
          </a:xfrm>
          <a:solidFill>
            <a:schemeClr val="bg1">
              <a:alpha val="60000"/>
            </a:schemeClr>
          </a:solidFill>
        </p:spPr>
        <p:txBody>
          <a:bodyPr anchor="ctr" anchorCtr="0"/>
          <a:lstStyle>
            <a:lvl1pPr algn="ctr">
              <a:defRPr sz="1400" b="0" i="1"/>
            </a:lvl1pPr>
            <a:lvl2pPr algn="ctr">
              <a:defRPr sz="1333" b="0" i="1"/>
            </a:lvl2pPr>
            <a:lvl3pPr algn="ctr">
              <a:defRPr sz="1200" b="0" i="1"/>
            </a:lvl3pPr>
            <a:lvl4pPr algn="ctr">
              <a:defRPr sz="1200" b="0" i="1"/>
            </a:lvl4pPr>
            <a:lvl5pPr algn="ctr">
              <a:defRPr sz="1067" b="0" i="1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36030424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B624F2D-E14E-4E49-BA55-A9C0E45F6F7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8383926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B624F2D-E14E-4E49-BA55-A9C0E45F6F7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8000"/>
            <a:ext cx="10645648" cy="204301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  17"/>
          <p:cNvSpPr>
            <a:spLocks noGrp="1"/>
          </p:cNvSpPr>
          <p:nvPr>
            <p:ph type="pic" sz="quarter" idx="13"/>
          </p:nvPr>
        </p:nvSpPr>
        <p:spPr bwMode="gray">
          <a:xfrm>
            <a:off x="-1" y="3621021"/>
            <a:ext cx="12192001" cy="2189096"/>
          </a:xfrm>
          <a:custGeom>
            <a:avLst/>
            <a:gdLst>
              <a:gd name="connsiteX0" fmla="*/ 0 w 7344000"/>
              <a:gd name="connsiteY0" fmla="*/ 0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0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44000" h="1728787">
                <a:moveTo>
                  <a:pt x="0" y="605117"/>
                </a:moveTo>
                <a:cubicBezTo>
                  <a:pt x="2817794" y="551329"/>
                  <a:pt x="3342865" y="73959"/>
                  <a:pt x="7344000" y="0"/>
                </a:cubicBezTo>
                <a:lnTo>
                  <a:pt x="7344000" y="1728787"/>
                </a:lnTo>
                <a:lnTo>
                  <a:pt x="0" y="1728787"/>
                </a:lnTo>
                <a:lnTo>
                  <a:pt x="0" y="605117"/>
                </a:lnTo>
                <a:close/>
              </a:path>
            </a:pathLst>
          </a:custGeo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581372988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C2D4482D-E5DD-4F27-9EDB-65021D09A79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113544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C2D4482D-E5DD-4F27-9EDB-65021D09A79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1"/>
            <a:ext cx="5424000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751499" y="1603201"/>
            <a:ext cx="4768501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706847271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95E8836-1B9E-4C49-AA79-82DA9E27294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32903057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95E8836-1B9E-4C49-AA79-82DA9E27294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E8C5DFED-F2B7-411C-9518-86880D4D2C7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10848000" cy="249667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633779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5" name="Titr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036041629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&amp;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CB97CF4-6117-4A85-8264-8292F20915E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72233471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CB97CF4-6117-4A85-8264-8292F20915E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6384967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1999" y="3307201"/>
            <a:ext cx="6384967" cy="2498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6384967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7680176" y="753401"/>
            <a:ext cx="3839824" cy="5014516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1968702343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03F2CB7A-1E95-4ABC-A10B-3CDA6CBC522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63716142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03F2CB7A-1E95-4ABC-A10B-3CDA6CBC52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5424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6768000" y="3309347"/>
            <a:ext cx="475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442979396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3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249BDB2D-AAE5-4C6F-ACDF-CED57C6F3F2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350731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249BDB2D-AAE5-4C6F-ACDF-CED57C6F3F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3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4167359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8" hasCustomPrompt="1"/>
          </p:nvPr>
        </p:nvSpPr>
        <p:spPr bwMode="gray">
          <a:xfrm>
            <a:off x="76468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859523794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B1250B9-F55C-4042-8FB6-D2393157626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319560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B1250B9-F55C-4042-8FB6-D2393157626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096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3" name="Espace réservé du contenu 2"/>
          <p:cNvSpPr>
            <a:spLocks noGrp="1"/>
          </p:cNvSpPr>
          <p:nvPr>
            <p:ph idx="14" hasCustomPrompt="1"/>
          </p:nvPr>
        </p:nvSpPr>
        <p:spPr bwMode="gray">
          <a:xfrm>
            <a:off x="672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5" hasCustomPrompt="1"/>
          </p:nvPr>
        </p:nvSpPr>
        <p:spPr bwMode="gray">
          <a:xfrm>
            <a:off x="6096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701671641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BEF7C3DA-2958-445D-9B93-FE56BA0540B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718157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BEF7C3DA-2958-445D-9B93-FE56BA0540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672000" y="1603201"/>
            <a:ext cx="10848000" cy="4156800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2135102239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DDEA8F17-95C7-470F-8043-D051CFF6D73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392524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DDEA8F17-95C7-470F-8043-D051CFF6D73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936627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2638824"/>
            <a:ext cx="4896000" cy="324000"/>
          </a:xfrm>
          <a:solidFill>
            <a:schemeClr val="accent1"/>
          </a:solidFill>
          <a:ln w="9525">
            <a:solidFill>
              <a:schemeClr val="accent1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2962824"/>
            <a:ext cx="4896000" cy="2352000"/>
          </a:xfrm>
          <a:ln w="9525">
            <a:solidFill>
              <a:schemeClr val="accent1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000" y="2638824"/>
            <a:ext cx="4896000" cy="324000"/>
          </a:xfrm>
          <a:solidFill>
            <a:schemeClr val="accent2"/>
          </a:solidFill>
          <a:ln w="9525">
            <a:solidFill>
              <a:schemeClr val="accent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000" y="2962824"/>
            <a:ext cx="4896000" cy="2352000"/>
          </a:xfrm>
          <a:ln w="9525">
            <a:solidFill>
              <a:schemeClr val="accent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3355798950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CD79D9DD-29F6-4795-8218-0A21F32E9D9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4946031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CD79D9DD-29F6-4795-8218-0A21F32E9D9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pic>
        <p:nvPicPr>
          <p:cNvPr id="10" name="table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1192419" y="1653712"/>
            <a:ext cx="4465240" cy="1788160"/>
          </a:xfrm>
          <a:prstGeom prst="rect">
            <a:avLst/>
          </a:prstGeom>
        </p:spPr>
      </p:pic>
      <p:pic>
        <p:nvPicPr>
          <p:cNvPr id="12" name="table"/>
          <p:cNvPicPr>
            <a:picLocks noChangeAspect="1"/>
          </p:cNvPicPr>
          <p:nvPr userDrawn="1"/>
        </p:nvPicPr>
        <p:blipFill>
          <a:blip r:embed="rId6"/>
          <a:stretch>
            <a:fillRect/>
          </a:stretch>
        </p:blipFill>
        <p:spPr>
          <a:xfrm>
            <a:off x="6534343" y="1653712"/>
            <a:ext cx="4465240" cy="1788160"/>
          </a:xfrm>
          <a:prstGeom prst="rect">
            <a:avLst/>
          </a:prstGeom>
        </p:spPr>
      </p:pic>
      <p:pic>
        <p:nvPicPr>
          <p:cNvPr id="13" name="table"/>
          <p:cNvPicPr>
            <a:picLocks noChangeAspect="1"/>
          </p:cNvPicPr>
          <p:nvPr userDrawn="1"/>
        </p:nvPicPr>
        <p:blipFill>
          <a:blip r:embed="rId7"/>
          <a:stretch>
            <a:fillRect/>
          </a:stretch>
        </p:blipFill>
        <p:spPr>
          <a:xfrm>
            <a:off x="1192419" y="3813043"/>
            <a:ext cx="4465240" cy="1788160"/>
          </a:xfrm>
          <a:prstGeom prst="rect">
            <a:avLst/>
          </a:prstGeom>
        </p:spPr>
      </p:pic>
      <p:pic>
        <p:nvPicPr>
          <p:cNvPr id="14" name="table"/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6534343" y="3813043"/>
            <a:ext cx="4465240" cy="1788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9258694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731F15DA-7CBD-4654-81B5-14E8AAAB4F4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42478809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731F15DA-7CBD-4654-81B5-14E8AAAB4F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795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795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302837061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0AFF9D59-C6DE-4643-92AC-FC7504C11FD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785938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0AFF9D59-C6DE-4643-92AC-FC7504C11FD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Image 17" descr="Image_03.jpg"/>
          <p:cNvPicPr>
            <a:picLocks noChangeAspect="1"/>
          </p:cNvPicPr>
          <p:nvPr userDrawn="1"/>
        </p:nvPicPr>
        <p:blipFill>
          <a:blip r:embed="rId5" cstate="print"/>
          <a:stretch>
            <a:fillRect/>
          </a:stretch>
        </p:blipFill>
        <p:spPr bwMode="gray">
          <a:xfrm>
            <a:off x="6620071" y="-16850"/>
            <a:ext cx="5591179" cy="5712068"/>
          </a:xfrm>
          <a:prstGeom prst="rect">
            <a:avLst/>
          </a:prstGeom>
        </p:spPr>
      </p:pic>
      <p:sp>
        <p:nvSpPr>
          <p:cNvPr id="13" name="Forme libre 12"/>
          <p:cNvSpPr/>
          <p:nvPr userDrawn="1"/>
        </p:nvSpPr>
        <p:spPr>
          <a:xfrm>
            <a:off x="3" y="0"/>
            <a:ext cx="9394668" cy="5160000"/>
          </a:xfrm>
          <a:custGeom>
            <a:avLst/>
            <a:gdLst>
              <a:gd name="connsiteX0" fmla="*/ 0 w 7046001"/>
              <a:gd name="connsiteY0" fmla="*/ 0 h 3870000"/>
              <a:gd name="connsiteX1" fmla="*/ 7046001 w 7046001"/>
              <a:gd name="connsiteY1" fmla="*/ 0 h 3870000"/>
              <a:gd name="connsiteX2" fmla="*/ 5146256 w 7046001"/>
              <a:gd name="connsiteY2" fmla="*/ 3580448 h 3870000"/>
              <a:gd name="connsiteX3" fmla="*/ 5116340 w 7046001"/>
              <a:gd name="connsiteY3" fmla="*/ 3870000 h 3870000"/>
              <a:gd name="connsiteX4" fmla="*/ 0 w 7046001"/>
              <a:gd name="connsiteY4" fmla="*/ 3870000 h 387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46001" h="3870000">
                <a:moveTo>
                  <a:pt x="0" y="0"/>
                </a:moveTo>
                <a:lnTo>
                  <a:pt x="7046001" y="0"/>
                </a:lnTo>
                <a:cubicBezTo>
                  <a:pt x="7040718" y="945283"/>
                  <a:pt x="5396983" y="2115735"/>
                  <a:pt x="5146256" y="3580448"/>
                </a:cubicBezTo>
                <a:lnTo>
                  <a:pt x="5116340" y="3870000"/>
                </a:lnTo>
                <a:lnTo>
                  <a:pt x="0" y="3870000"/>
                </a:lnTo>
                <a:close/>
              </a:path>
            </a:pathLst>
          </a:custGeom>
          <a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3600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66946856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8BE37F2D-FFB9-42E2-8171-4FF77FCBAB1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2005391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8BE37F2D-FFB9-42E2-8171-4FF77FCBAB1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Image 12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sp>
        <p:nvSpPr>
          <p:cNvPr id="20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746899327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2E6022C-520D-4957-AAA7-3291409ADB9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401185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2E6022C-520D-4957-AAA7-3291409ADB9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E0ACC9CD-8E19-46E9-B1FC-79F3E8518D5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BRAND COLOUR PALETTE</a:t>
            </a:r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6" name="ZoneTexte 5"/>
          <p:cNvSpPr txBox="1"/>
          <p:nvPr userDrawn="1"/>
        </p:nvSpPr>
        <p:spPr>
          <a:xfrm>
            <a:off x="672000" y="1506440"/>
            <a:ext cx="4358557" cy="299253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Primary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Corporate colours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Strategic Goal Colours</a:t>
            </a:r>
          </a:p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Secondary</a:t>
            </a:r>
          </a:p>
        </p:txBody>
      </p:sp>
      <p:sp>
        <p:nvSpPr>
          <p:cNvPr id="7" name="Freeform 8"/>
          <p:cNvSpPr>
            <a:spLocks noChangeAspect="1"/>
          </p:cNvSpPr>
          <p:nvPr userDrawn="1"/>
        </p:nvSpPr>
        <p:spPr bwMode="auto">
          <a:xfrm>
            <a:off x="5012245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" name="Rectangle 7"/>
          <p:cNvSpPr/>
          <p:nvPr userDrawn="1"/>
        </p:nvSpPr>
        <p:spPr>
          <a:xfrm>
            <a:off x="5505451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49" name="Rectangle 48"/>
          <p:cNvSpPr/>
          <p:nvPr userDrawn="1"/>
        </p:nvSpPr>
        <p:spPr>
          <a:xfrm>
            <a:off x="6239685" y="5185225"/>
            <a:ext cx="4224801" cy="63552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r>
              <a:rPr lang="en-US" sz="1200" b="1" noProof="0">
                <a:solidFill>
                  <a:schemeClr val="tx1"/>
                </a:solidFill>
              </a:rPr>
              <a:t>Please use the four Gavi corporate colours where possible.  Specific strategic goals </a:t>
            </a:r>
            <a:br>
              <a:rPr lang="en-US" sz="1200" b="1" noProof="0">
                <a:solidFill>
                  <a:schemeClr val="tx1"/>
                </a:solidFill>
              </a:rPr>
            </a:br>
            <a:r>
              <a:rPr lang="en-US" sz="1200" b="1" noProof="0">
                <a:solidFill>
                  <a:schemeClr val="tx1"/>
                </a:solidFill>
              </a:rPr>
              <a:t>or vaccines should be highlighted using the key above. </a:t>
            </a:r>
          </a:p>
        </p:txBody>
      </p:sp>
      <p:sp>
        <p:nvSpPr>
          <p:cNvPr id="65" name="Freeform 8"/>
          <p:cNvSpPr>
            <a:spLocks noChangeAspect="1"/>
          </p:cNvSpPr>
          <p:nvPr userDrawn="1"/>
        </p:nvSpPr>
        <p:spPr bwMode="auto">
          <a:xfrm>
            <a:off x="645743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6" name="Rectangle 65"/>
          <p:cNvSpPr/>
          <p:nvPr userDrawn="1"/>
        </p:nvSpPr>
        <p:spPr>
          <a:xfrm>
            <a:off x="695064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68" name="Freeform 8"/>
          <p:cNvSpPr>
            <a:spLocks noChangeAspect="1"/>
          </p:cNvSpPr>
          <p:nvPr userDrawn="1"/>
        </p:nvSpPr>
        <p:spPr bwMode="auto">
          <a:xfrm>
            <a:off x="7869403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9" name="Rectangle 68"/>
          <p:cNvSpPr/>
          <p:nvPr userDrawn="1"/>
        </p:nvSpPr>
        <p:spPr>
          <a:xfrm>
            <a:off x="8362608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71" name="Freeform 8"/>
          <p:cNvSpPr>
            <a:spLocks noChangeAspect="1"/>
          </p:cNvSpPr>
          <p:nvPr userDrawn="1"/>
        </p:nvSpPr>
        <p:spPr bwMode="auto">
          <a:xfrm>
            <a:off x="949311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2" name="Rectangle 71"/>
          <p:cNvSpPr/>
          <p:nvPr userDrawn="1"/>
        </p:nvSpPr>
        <p:spPr>
          <a:xfrm>
            <a:off x="998632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  <p:sp>
        <p:nvSpPr>
          <p:cNvPr id="74" name="Freeform 8"/>
          <p:cNvSpPr>
            <a:spLocks noChangeAspect="1"/>
          </p:cNvSpPr>
          <p:nvPr userDrawn="1"/>
        </p:nvSpPr>
        <p:spPr bwMode="auto">
          <a:xfrm>
            <a:off x="5012245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5" name="Rectangle 74"/>
          <p:cNvSpPr/>
          <p:nvPr userDrawn="1"/>
        </p:nvSpPr>
        <p:spPr>
          <a:xfrm>
            <a:off x="5505451" y="2315392"/>
            <a:ext cx="951987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ACCELERATE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VACCINES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144</a:t>
            </a:r>
          </a:p>
        </p:txBody>
      </p:sp>
      <p:sp>
        <p:nvSpPr>
          <p:cNvPr id="77" name="Freeform 8"/>
          <p:cNvSpPr>
            <a:spLocks noChangeAspect="1"/>
          </p:cNvSpPr>
          <p:nvPr userDrawn="1"/>
        </p:nvSpPr>
        <p:spPr bwMode="auto">
          <a:xfrm>
            <a:off x="645743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8" name="Rectangle 77"/>
          <p:cNvSpPr/>
          <p:nvPr userDrawn="1"/>
        </p:nvSpPr>
        <p:spPr>
          <a:xfrm>
            <a:off x="6950643" y="2315392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STRENGTHEN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CAPACITY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105</a:t>
            </a:r>
          </a:p>
        </p:txBody>
      </p:sp>
      <p:sp>
        <p:nvSpPr>
          <p:cNvPr id="80" name="Freeform 8"/>
          <p:cNvSpPr>
            <a:spLocks noChangeAspect="1"/>
          </p:cNvSpPr>
          <p:nvPr userDrawn="1"/>
        </p:nvSpPr>
        <p:spPr bwMode="auto">
          <a:xfrm>
            <a:off x="7869403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1" name="Rectangle 80"/>
          <p:cNvSpPr/>
          <p:nvPr userDrawn="1"/>
        </p:nvSpPr>
        <p:spPr>
          <a:xfrm>
            <a:off x="8362608" y="2315392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INCREASE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PREDICTABILITY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83" name="Freeform 8"/>
          <p:cNvSpPr>
            <a:spLocks noChangeAspect="1"/>
          </p:cNvSpPr>
          <p:nvPr userDrawn="1"/>
        </p:nvSpPr>
        <p:spPr bwMode="auto">
          <a:xfrm>
            <a:off x="949311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4" name="Rectangle 83"/>
          <p:cNvSpPr/>
          <p:nvPr userDrawn="1"/>
        </p:nvSpPr>
        <p:spPr>
          <a:xfrm>
            <a:off x="9986323" y="2315392"/>
            <a:ext cx="1054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SHAPE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THE MARKET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97" name="Freeform 8"/>
          <p:cNvSpPr>
            <a:spLocks noChangeAspect="1"/>
          </p:cNvSpPr>
          <p:nvPr userDrawn="1"/>
        </p:nvSpPr>
        <p:spPr bwMode="auto">
          <a:xfrm>
            <a:off x="5012245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ED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8" name="Rectangle 97"/>
          <p:cNvSpPr/>
          <p:nvPr userDrawn="1"/>
        </p:nvSpPr>
        <p:spPr>
          <a:xfrm>
            <a:off x="5505451" y="3236979"/>
            <a:ext cx="951987" cy="8047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IPV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INJECTABLE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POLIO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220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95" name="Freeform 8"/>
          <p:cNvSpPr>
            <a:spLocks noChangeAspect="1"/>
          </p:cNvSpPr>
          <p:nvPr userDrawn="1"/>
        </p:nvSpPr>
        <p:spPr bwMode="auto">
          <a:xfrm>
            <a:off x="645743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B288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6" name="Rectangle 95"/>
          <p:cNvSpPr/>
          <p:nvPr userDrawn="1"/>
        </p:nvSpPr>
        <p:spPr>
          <a:xfrm>
            <a:off x="6950643" y="3398520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JAPANESE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ENCEPHALITIS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93" name="Freeform 8"/>
          <p:cNvSpPr>
            <a:spLocks noChangeAspect="1"/>
          </p:cNvSpPr>
          <p:nvPr userDrawn="1"/>
        </p:nvSpPr>
        <p:spPr bwMode="auto">
          <a:xfrm>
            <a:off x="7869403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41B6E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4" name="Rectangle 93"/>
          <p:cNvSpPr/>
          <p:nvPr userDrawn="1"/>
        </p:nvSpPr>
        <p:spPr>
          <a:xfrm>
            <a:off x="836260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182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230</a:t>
            </a:r>
          </a:p>
        </p:txBody>
      </p:sp>
      <p:sp>
        <p:nvSpPr>
          <p:cNvPr id="91" name="Freeform 8"/>
          <p:cNvSpPr>
            <a:spLocks noChangeAspect="1"/>
          </p:cNvSpPr>
          <p:nvPr userDrawn="1"/>
        </p:nvSpPr>
        <p:spPr bwMode="auto">
          <a:xfrm>
            <a:off x="949311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7A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2" name="Rectangle 91"/>
          <p:cNvSpPr/>
          <p:nvPr userDrawn="1"/>
        </p:nvSpPr>
        <p:spPr>
          <a:xfrm>
            <a:off x="9986323" y="3398520"/>
            <a:ext cx="910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2</a:t>
            </a:r>
            <a:r>
              <a:rPr lang="en-US" sz="933" b="1" baseline="30000" noProof="0">
                <a:solidFill>
                  <a:schemeClr val="tx1"/>
                </a:solidFill>
              </a:rPr>
              <a:t>ND</a:t>
            </a:r>
            <a:r>
              <a:rPr lang="en-US" sz="933" b="1" noProof="0">
                <a:solidFill>
                  <a:schemeClr val="tx1"/>
                </a:solidFill>
              </a:rPr>
              <a:t> DOSE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169</a:t>
            </a:r>
          </a:p>
        </p:txBody>
      </p:sp>
      <p:sp>
        <p:nvSpPr>
          <p:cNvPr id="110" name="Freeform 8"/>
          <p:cNvSpPr>
            <a:spLocks noChangeAspect="1"/>
          </p:cNvSpPr>
          <p:nvPr userDrawn="1"/>
        </p:nvSpPr>
        <p:spPr bwMode="auto">
          <a:xfrm>
            <a:off x="5012245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33A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11" name="Rectangle 110"/>
          <p:cNvSpPr/>
          <p:nvPr userDrawn="1"/>
        </p:nvSpPr>
        <p:spPr>
          <a:xfrm>
            <a:off x="5505450" y="4242296"/>
            <a:ext cx="73423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PNEUMO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160</a:t>
            </a:r>
          </a:p>
        </p:txBody>
      </p:sp>
      <p:sp>
        <p:nvSpPr>
          <p:cNvPr id="108" name="Freeform 8"/>
          <p:cNvSpPr>
            <a:spLocks noChangeAspect="1"/>
          </p:cNvSpPr>
          <p:nvPr userDrawn="1"/>
        </p:nvSpPr>
        <p:spPr bwMode="auto">
          <a:xfrm>
            <a:off x="645743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860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9" name="Rectangle 108"/>
          <p:cNvSpPr/>
          <p:nvPr userDrawn="1"/>
        </p:nvSpPr>
        <p:spPr>
          <a:xfrm>
            <a:off x="6950643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ROTAVIRUS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24</a:t>
            </a:r>
          </a:p>
        </p:txBody>
      </p:sp>
      <p:sp>
        <p:nvSpPr>
          <p:cNvPr id="106" name="Freeform 8"/>
          <p:cNvSpPr>
            <a:spLocks noChangeAspect="1"/>
          </p:cNvSpPr>
          <p:nvPr userDrawn="1"/>
        </p:nvSpPr>
        <p:spPr bwMode="auto">
          <a:xfrm>
            <a:off x="7869403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EAAA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7" name="Rectangle 106"/>
          <p:cNvSpPr/>
          <p:nvPr userDrawn="1"/>
        </p:nvSpPr>
        <p:spPr>
          <a:xfrm>
            <a:off x="8362608" y="4242296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YELLOW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FEVER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234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170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104" name="Freeform 8"/>
          <p:cNvSpPr>
            <a:spLocks noChangeAspect="1"/>
          </p:cNvSpPr>
          <p:nvPr userDrawn="1"/>
        </p:nvSpPr>
        <p:spPr bwMode="auto">
          <a:xfrm>
            <a:off x="949311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7D7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5" name="Rectangle 104"/>
          <p:cNvSpPr/>
          <p:nvPr userDrawn="1"/>
        </p:nvSpPr>
        <p:spPr>
          <a:xfrm>
            <a:off x="9986323" y="4242296"/>
            <a:ext cx="76619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TYPHOÏD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125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112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97</a:t>
            </a:r>
          </a:p>
        </p:txBody>
      </p:sp>
      <p:sp>
        <p:nvSpPr>
          <p:cNvPr id="123" name="Freeform 8"/>
          <p:cNvSpPr>
            <a:spLocks noChangeAspect="1"/>
          </p:cNvSpPr>
          <p:nvPr userDrawn="1"/>
        </p:nvSpPr>
        <p:spPr bwMode="auto">
          <a:xfrm>
            <a:off x="672000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F5C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4" name="Rectangle 123"/>
          <p:cNvSpPr/>
          <p:nvPr userDrawn="1"/>
        </p:nvSpPr>
        <p:spPr>
          <a:xfrm>
            <a:off x="1165206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CHOLERA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55</a:t>
            </a:r>
          </a:p>
        </p:txBody>
      </p:sp>
      <p:sp>
        <p:nvSpPr>
          <p:cNvPr id="121" name="Freeform 8"/>
          <p:cNvSpPr>
            <a:spLocks noChangeAspect="1"/>
          </p:cNvSpPr>
          <p:nvPr userDrawn="1"/>
        </p:nvSpPr>
        <p:spPr bwMode="auto">
          <a:xfrm>
            <a:off x="2117192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500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2" name="Rectangle 121"/>
          <p:cNvSpPr/>
          <p:nvPr userDrawn="1"/>
        </p:nvSpPr>
        <p:spPr>
          <a:xfrm>
            <a:off x="261039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HEPB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213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50</a:t>
            </a:r>
          </a:p>
        </p:txBody>
      </p:sp>
      <p:sp>
        <p:nvSpPr>
          <p:cNvPr id="119" name="Freeform 8"/>
          <p:cNvSpPr>
            <a:spLocks noChangeAspect="1"/>
          </p:cNvSpPr>
          <p:nvPr userDrawn="1"/>
        </p:nvSpPr>
        <p:spPr bwMode="auto">
          <a:xfrm>
            <a:off x="352915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F59B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0" name="Rectangle 119"/>
          <p:cNvSpPr/>
          <p:nvPr userDrawn="1"/>
        </p:nvSpPr>
        <p:spPr>
          <a:xfrm>
            <a:off x="4022363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HPV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245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187</a:t>
            </a:r>
          </a:p>
        </p:txBody>
      </p:sp>
      <p:sp>
        <p:nvSpPr>
          <p:cNvPr id="126" name="Freeform 8"/>
          <p:cNvSpPr>
            <a:spLocks noChangeAspect="1"/>
          </p:cNvSpPr>
          <p:nvPr userDrawn="1"/>
        </p:nvSpPr>
        <p:spPr bwMode="auto">
          <a:xfrm>
            <a:off x="5012245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463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7" name="Rectangle 126"/>
          <p:cNvSpPr/>
          <p:nvPr userDrawn="1"/>
        </p:nvSpPr>
        <p:spPr>
          <a:xfrm>
            <a:off x="5505451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RABIES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99</a:t>
            </a:r>
          </a:p>
        </p:txBody>
      </p:sp>
      <p:sp>
        <p:nvSpPr>
          <p:cNvPr id="137" name="Freeform 8"/>
          <p:cNvSpPr>
            <a:spLocks noChangeAspect="1"/>
          </p:cNvSpPr>
          <p:nvPr userDrawn="1"/>
        </p:nvSpPr>
        <p:spPr bwMode="auto">
          <a:xfrm>
            <a:off x="672000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5A7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8" name="Rectangle 137"/>
          <p:cNvSpPr/>
          <p:nvPr userDrawn="1"/>
        </p:nvSpPr>
        <p:spPr>
          <a:xfrm>
            <a:off x="1165205" y="4242296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RUBELLA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112</a:t>
            </a:r>
          </a:p>
        </p:txBody>
      </p:sp>
      <p:sp>
        <p:nvSpPr>
          <p:cNvPr id="135" name="Freeform 8"/>
          <p:cNvSpPr>
            <a:spLocks noChangeAspect="1"/>
          </p:cNvSpPr>
          <p:nvPr userDrawn="1"/>
        </p:nvSpPr>
        <p:spPr bwMode="auto">
          <a:xfrm>
            <a:off x="2117192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63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6" name="Rectangle 135"/>
          <p:cNvSpPr/>
          <p:nvPr userDrawn="1"/>
        </p:nvSpPr>
        <p:spPr>
          <a:xfrm>
            <a:off x="2610397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MENINGITIS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57</a:t>
            </a:r>
          </a:p>
        </p:txBody>
      </p:sp>
      <p:sp>
        <p:nvSpPr>
          <p:cNvPr id="133" name="Freeform 8"/>
          <p:cNvSpPr>
            <a:spLocks noChangeAspect="1"/>
          </p:cNvSpPr>
          <p:nvPr userDrawn="1"/>
        </p:nvSpPr>
        <p:spPr bwMode="auto">
          <a:xfrm>
            <a:off x="352915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532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4" name="Rectangle 133"/>
          <p:cNvSpPr/>
          <p:nvPr userDrawn="1"/>
        </p:nvSpPr>
        <p:spPr>
          <a:xfrm>
            <a:off x="4022363" y="4242296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PENTA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DTP–HEP-HIB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121</a:t>
            </a:r>
          </a:p>
        </p:txBody>
      </p:sp>
      <p:sp>
        <p:nvSpPr>
          <p:cNvPr id="149" name="Freeform 8"/>
          <p:cNvSpPr>
            <a:spLocks noChangeAspect="1"/>
          </p:cNvSpPr>
          <p:nvPr userDrawn="1"/>
        </p:nvSpPr>
        <p:spPr bwMode="auto">
          <a:xfrm>
            <a:off x="672000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6C6C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50" name="Rectangle 149"/>
          <p:cNvSpPr/>
          <p:nvPr userDrawn="1"/>
        </p:nvSpPr>
        <p:spPr>
          <a:xfrm>
            <a:off x="1165205" y="5107517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DENGUE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</p:txBody>
      </p:sp>
      <p:sp>
        <p:nvSpPr>
          <p:cNvPr id="147" name="Freeform 8"/>
          <p:cNvSpPr>
            <a:spLocks noChangeAspect="1"/>
          </p:cNvSpPr>
          <p:nvPr userDrawn="1"/>
        </p:nvSpPr>
        <p:spPr bwMode="auto">
          <a:xfrm>
            <a:off x="2117192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8A8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8" name="Rectangle 147"/>
          <p:cNvSpPr/>
          <p:nvPr userDrawn="1"/>
        </p:nvSpPr>
        <p:spPr>
          <a:xfrm>
            <a:off x="2610398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MALARIA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167</a:t>
            </a:r>
          </a:p>
        </p:txBody>
      </p:sp>
      <p:sp>
        <p:nvSpPr>
          <p:cNvPr id="145" name="Freeform 8"/>
          <p:cNvSpPr>
            <a:spLocks noChangeAspect="1"/>
          </p:cNvSpPr>
          <p:nvPr userDrawn="1"/>
        </p:nvSpPr>
        <p:spPr bwMode="auto">
          <a:xfrm>
            <a:off x="3529157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8787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6" name="Rectangle 145"/>
          <p:cNvSpPr/>
          <p:nvPr userDrawn="1"/>
        </p:nvSpPr>
        <p:spPr>
          <a:xfrm>
            <a:off x="4022363" y="5107517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MATERNAL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FLU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</p:spTree>
    <p:extLst>
      <p:ext uri="{BB962C8B-B14F-4D97-AF65-F5344CB8AC3E}">
        <p14:creationId xmlns:p14="http://schemas.microsoft.com/office/powerpoint/2010/main" val="92825119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ABA6D6-C3C4-4D4D-ABD0-FCBA65A91B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BE8F94B-3E3A-456C-A2FB-D0C501D012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591777054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F3EFC053-8E7E-4AF4-AA92-54C24ED8971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07058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F3EFC053-8E7E-4AF4-AA92-54C24ED8971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Image 16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13" name="Image 12" descr="Bas_couv.png"/>
          <p:cNvPicPr>
            <a:picLocks noChangeAspect="1"/>
          </p:cNvPicPr>
          <p:nvPr userDrawn="1"/>
        </p:nvPicPr>
        <p:blipFill>
          <a:blip r:embed="rId6" cstate="print"/>
          <a:srcRect r="60243" b="722"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84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64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8" name="Rectangle 17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3294205783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C4B7C409-49ED-4747-9112-F111A48B8E7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6446761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C4B7C409-49ED-4747-9112-F111A48B8E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4" name="Image 2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pic>
        <p:nvPicPr>
          <p:cNvPr id="23" name="Image 22" descr="Bas_couv.png"/>
          <p:cNvPicPr>
            <a:picLocks noChangeAspect="1"/>
          </p:cNvPicPr>
          <p:nvPr userDrawn="1"/>
        </p:nvPicPr>
        <p:blipFill>
          <a:blip r:embed="rId6" cstate="print"/>
          <a:srcRect r="60243" b="722"/>
          <a:stretch>
            <a:fillRect/>
          </a:stretch>
        </p:blipFill>
        <p:spPr bwMode="gray">
          <a:xfrm>
            <a:off x="251520" y="5213040"/>
            <a:ext cx="3416493" cy="1584000"/>
          </a:xfrm>
          <a:prstGeom prst="rect">
            <a:avLst/>
          </a:prstGeom>
        </p:spPr>
      </p:pic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8" name="Espace réservé du texte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672000" y="3585600"/>
            <a:ext cx="6384000" cy="1479600"/>
          </a:xfrm>
        </p:spPr>
        <p:txBody>
          <a:bodyPr anchor="t" anchorCtr="0"/>
          <a:lstStyle>
            <a:lvl1pPr marL="0" indent="0" algn="l">
              <a:lnSpc>
                <a:spcPct val="90000"/>
              </a:lnSpc>
              <a:buNone/>
              <a:defRPr sz="2667" b="0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8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25784175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E05CE4D4-477E-433E-BD95-252A574D95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61804070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E05CE4D4-477E-433E-BD95-252A574D95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Image 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0"/>
            <a:ext cx="3453377" cy="6858000"/>
          </a:xfrm>
          <a:prstGeom prst="rect">
            <a:avLst/>
          </a:prstGeom>
        </p:spPr>
      </p:pic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3672000" y="1037167"/>
            <a:ext cx="7368533" cy="1646864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3672000" y="2902572"/>
            <a:ext cx="7368533" cy="2903445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texte 9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0" y="1"/>
            <a:ext cx="2495211" cy="4990431"/>
          </a:xfrm>
        </p:spPr>
        <p:txBody>
          <a:bodyPr/>
          <a:lstStyle>
            <a:lvl1pPr algn="r">
              <a:defRPr sz="22133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0</a:t>
            </a:r>
          </a:p>
        </p:txBody>
      </p:sp>
      <p:sp>
        <p:nvSpPr>
          <p:cNvPr id="12" name="Espace réservé du numéro de diapositive 11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3672000" y="2777245"/>
            <a:ext cx="1344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</p:spTree>
    <p:extLst>
      <p:ext uri="{BB962C8B-B14F-4D97-AF65-F5344CB8AC3E}">
        <p14:creationId xmlns:p14="http://schemas.microsoft.com/office/powerpoint/2010/main" val="895168843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70A0C763-B999-49B8-8CE5-235EB25E061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3808419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70A0C763-B999-49B8-8CE5-235EB25E061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10848000" cy="41904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numéro de diapositive 13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401121515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4CB55DB6-3F1C-45F9-A4EC-8F28898D15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1764206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4CB55DB6-3F1C-45F9-A4EC-8F28898D15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4357648" y="1607999"/>
            <a:ext cx="6960000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pour une image 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0" y="1707856"/>
            <a:ext cx="4072411" cy="4098163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63337307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4A38B8A-8108-4E29-A3DE-4C15C17FE4C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4843714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4A38B8A-8108-4E29-A3DE-4C15C17FE4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7999"/>
            <a:ext cx="6672139" cy="41980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  17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7439389" y="5168"/>
            <a:ext cx="4752611" cy="5807451"/>
          </a:xfrm>
          <a:custGeom>
            <a:avLst/>
            <a:gdLst>
              <a:gd name="connsiteX0" fmla="*/ 0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0 w 3851275"/>
              <a:gd name="connsiteY4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0 w 3851275"/>
              <a:gd name="connsiteY3" fmla="*/ 5157788 h 5157788"/>
              <a:gd name="connsiteX4" fmla="*/ 1692275 w 3851275"/>
              <a:gd name="connsiteY4" fmla="*/ 0 h 5157788"/>
              <a:gd name="connsiteX0" fmla="*/ 0 w 2159000"/>
              <a:gd name="connsiteY0" fmla="*/ 0 h 5157788"/>
              <a:gd name="connsiteX1" fmla="*/ 2159000 w 2159000"/>
              <a:gd name="connsiteY1" fmla="*/ 0 h 5157788"/>
              <a:gd name="connsiteX2" fmla="*/ 2159000 w 2159000"/>
              <a:gd name="connsiteY2" fmla="*/ 5157788 h 5157788"/>
              <a:gd name="connsiteX3" fmla="*/ 0 w 2159000"/>
              <a:gd name="connsiteY3" fmla="*/ 5157788 h 5157788"/>
              <a:gd name="connsiteX4" fmla="*/ 0 w 2159000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2625271 w 4784271"/>
              <a:gd name="connsiteY0" fmla="*/ 0 h 5157788"/>
              <a:gd name="connsiteX1" fmla="*/ 4784271 w 4784271"/>
              <a:gd name="connsiteY1" fmla="*/ 0 h 5157788"/>
              <a:gd name="connsiteX2" fmla="*/ 4784271 w 4784271"/>
              <a:gd name="connsiteY2" fmla="*/ 5157788 h 5157788"/>
              <a:gd name="connsiteX3" fmla="*/ 2625271 w 4784271"/>
              <a:gd name="connsiteY3" fmla="*/ 5157788 h 5157788"/>
              <a:gd name="connsiteX4" fmla="*/ 2625271 w 4784271"/>
              <a:gd name="connsiteY4" fmla="*/ 0 h 5157788"/>
              <a:gd name="connsiteX0" fmla="*/ 3568576 w 5727576"/>
              <a:gd name="connsiteY0" fmla="*/ 0 h 5157788"/>
              <a:gd name="connsiteX1" fmla="*/ 5727576 w 5727576"/>
              <a:gd name="connsiteY1" fmla="*/ 0 h 5157788"/>
              <a:gd name="connsiteX2" fmla="*/ 5727576 w 5727576"/>
              <a:gd name="connsiteY2" fmla="*/ 5157788 h 5157788"/>
              <a:gd name="connsiteX3" fmla="*/ 3568576 w 5727576"/>
              <a:gd name="connsiteY3" fmla="*/ 5157788 h 5157788"/>
              <a:gd name="connsiteX4" fmla="*/ 3568576 w 5727576"/>
              <a:gd name="connsiteY4" fmla="*/ 0 h 5157788"/>
              <a:gd name="connsiteX0" fmla="*/ 3306355 w 5465355"/>
              <a:gd name="connsiteY0" fmla="*/ 0 h 5157788"/>
              <a:gd name="connsiteX1" fmla="*/ 5465355 w 5465355"/>
              <a:gd name="connsiteY1" fmla="*/ 0 h 5157788"/>
              <a:gd name="connsiteX2" fmla="*/ 5465355 w 5465355"/>
              <a:gd name="connsiteY2" fmla="*/ 5157788 h 5157788"/>
              <a:gd name="connsiteX3" fmla="*/ 3306355 w 5465355"/>
              <a:gd name="connsiteY3" fmla="*/ 5157788 h 5157788"/>
              <a:gd name="connsiteX4" fmla="*/ 3306355 w 5465355"/>
              <a:gd name="connsiteY4" fmla="*/ 0 h 5157788"/>
              <a:gd name="connsiteX0" fmla="*/ 1416957 w 3575957"/>
              <a:gd name="connsiteY0" fmla="*/ 0 h 5157788"/>
              <a:gd name="connsiteX1" fmla="*/ 3575957 w 3575957"/>
              <a:gd name="connsiteY1" fmla="*/ 0 h 5157788"/>
              <a:gd name="connsiteX2" fmla="*/ 3575957 w 3575957"/>
              <a:gd name="connsiteY2" fmla="*/ 5157788 h 5157788"/>
              <a:gd name="connsiteX3" fmla="*/ 1416957 w 3575957"/>
              <a:gd name="connsiteY3" fmla="*/ 5157788 h 5157788"/>
              <a:gd name="connsiteX4" fmla="*/ 0 w 3575957"/>
              <a:gd name="connsiteY4" fmla="*/ 3339193 h 5157788"/>
              <a:gd name="connsiteX5" fmla="*/ 1416957 w 3575957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6017419"/>
              <a:gd name="connsiteX1" fmla="*/ 3851275 w 3851275"/>
              <a:gd name="connsiteY1" fmla="*/ 0 h 6017419"/>
              <a:gd name="connsiteX2" fmla="*/ 3851275 w 3851275"/>
              <a:gd name="connsiteY2" fmla="*/ 5157788 h 6017419"/>
              <a:gd name="connsiteX3" fmla="*/ 1692275 w 3851275"/>
              <a:gd name="connsiteY3" fmla="*/ 5157788 h 6017419"/>
              <a:gd name="connsiteX4" fmla="*/ 0 w 3851275"/>
              <a:gd name="connsiteY4" fmla="*/ 3284984 h 6017419"/>
              <a:gd name="connsiteX5" fmla="*/ 1692275 w 3851275"/>
              <a:gd name="connsiteY5" fmla="*/ 0 h 6017419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692275 w 3851275"/>
              <a:gd name="connsiteY0" fmla="*/ 0 h 5157788"/>
              <a:gd name="connsiteX1" fmla="*/ 3851275 w 3851275"/>
              <a:gd name="connsiteY1" fmla="*/ 0 h 5157788"/>
              <a:gd name="connsiteX2" fmla="*/ 3851275 w 3851275"/>
              <a:gd name="connsiteY2" fmla="*/ 5157788 h 5157788"/>
              <a:gd name="connsiteX3" fmla="*/ 1692275 w 3851275"/>
              <a:gd name="connsiteY3" fmla="*/ 5157788 h 5157788"/>
              <a:gd name="connsiteX4" fmla="*/ 0 w 3851275"/>
              <a:gd name="connsiteY4" fmla="*/ 3284984 h 5157788"/>
              <a:gd name="connsiteX5" fmla="*/ 1692275 w 3851275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284984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10871 w 3869871"/>
              <a:gd name="connsiteY0" fmla="*/ 0 h 5157788"/>
              <a:gd name="connsiteX1" fmla="*/ 3869871 w 3869871"/>
              <a:gd name="connsiteY1" fmla="*/ 0 h 5157788"/>
              <a:gd name="connsiteX2" fmla="*/ 3869871 w 3869871"/>
              <a:gd name="connsiteY2" fmla="*/ 5157788 h 5157788"/>
              <a:gd name="connsiteX3" fmla="*/ 1710871 w 3869871"/>
              <a:gd name="connsiteY3" fmla="*/ 5157788 h 5157788"/>
              <a:gd name="connsiteX4" fmla="*/ 18596 w 3869871"/>
              <a:gd name="connsiteY4" fmla="*/ 3429000 h 5157788"/>
              <a:gd name="connsiteX5" fmla="*/ 1710871 w 3869871"/>
              <a:gd name="connsiteY5" fmla="*/ 0 h 5157788"/>
              <a:gd name="connsiteX0" fmla="*/ 1704975 w 3863975"/>
              <a:gd name="connsiteY0" fmla="*/ 0 h 5157788"/>
              <a:gd name="connsiteX1" fmla="*/ 3863975 w 3863975"/>
              <a:gd name="connsiteY1" fmla="*/ 0 h 5157788"/>
              <a:gd name="connsiteX2" fmla="*/ 3863975 w 3863975"/>
              <a:gd name="connsiteY2" fmla="*/ 5157788 h 5157788"/>
              <a:gd name="connsiteX3" fmla="*/ 1704975 w 3863975"/>
              <a:gd name="connsiteY3" fmla="*/ 5157788 h 5157788"/>
              <a:gd name="connsiteX4" fmla="*/ 12700 w 3863975"/>
              <a:gd name="connsiteY4" fmla="*/ 3429000 h 5157788"/>
              <a:gd name="connsiteX5" fmla="*/ 1704975 w 3863975"/>
              <a:gd name="connsiteY5" fmla="*/ 0 h 5157788"/>
              <a:gd name="connsiteX0" fmla="*/ 1707243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707243 w 3866243"/>
              <a:gd name="connsiteY5" fmla="*/ 0 h 5157788"/>
              <a:gd name="connsiteX0" fmla="*/ 1130447 w 3866243"/>
              <a:gd name="connsiteY0" fmla="*/ 0 h 5157788"/>
              <a:gd name="connsiteX1" fmla="*/ 3866243 w 3866243"/>
              <a:gd name="connsiteY1" fmla="*/ 0 h 5157788"/>
              <a:gd name="connsiteX2" fmla="*/ 3866243 w 3866243"/>
              <a:gd name="connsiteY2" fmla="*/ 5157788 h 5157788"/>
              <a:gd name="connsiteX3" fmla="*/ 1707243 w 3866243"/>
              <a:gd name="connsiteY3" fmla="*/ 5157788 h 5157788"/>
              <a:gd name="connsiteX4" fmla="*/ 14968 w 3866243"/>
              <a:gd name="connsiteY4" fmla="*/ 3429000 h 5157788"/>
              <a:gd name="connsiteX5" fmla="*/ 1130447 w 3866243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746143 w 5481939"/>
              <a:gd name="connsiteY0" fmla="*/ 0 h 5157788"/>
              <a:gd name="connsiteX1" fmla="*/ 5481939 w 5481939"/>
              <a:gd name="connsiteY1" fmla="*/ 0 h 5157788"/>
              <a:gd name="connsiteX2" fmla="*/ 5481939 w 5481939"/>
              <a:gd name="connsiteY2" fmla="*/ 5157788 h 5157788"/>
              <a:gd name="connsiteX3" fmla="*/ 585903 w 5481939"/>
              <a:gd name="connsiteY3" fmla="*/ 5153180 h 5157788"/>
              <a:gd name="connsiteX4" fmla="*/ 1630664 w 5481939"/>
              <a:gd name="connsiteY4" fmla="*/ 3429000 h 5157788"/>
              <a:gd name="connsiteX5" fmla="*/ 2746143 w 548193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2838053 w 5573849"/>
              <a:gd name="connsiteY0" fmla="*/ 0 h 5157788"/>
              <a:gd name="connsiteX1" fmla="*/ 5573849 w 5573849"/>
              <a:gd name="connsiteY1" fmla="*/ 0 h 5157788"/>
              <a:gd name="connsiteX2" fmla="*/ 5573849 w 5573849"/>
              <a:gd name="connsiteY2" fmla="*/ 5157788 h 5157788"/>
              <a:gd name="connsiteX3" fmla="*/ 677813 w 5573849"/>
              <a:gd name="connsiteY3" fmla="*/ 5153180 h 5157788"/>
              <a:gd name="connsiteX4" fmla="*/ 1001849 w 5573849"/>
              <a:gd name="connsiteY4" fmla="*/ 3389965 h 5157788"/>
              <a:gd name="connsiteX5" fmla="*/ 2838053 w 5573849"/>
              <a:gd name="connsiteY5" fmla="*/ 0 h 5157788"/>
              <a:gd name="connsiteX0" fmla="*/ 3574235 w 6310031"/>
              <a:gd name="connsiteY0" fmla="*/ 0 h 5157788"/>
              <a:gd name="connsiteX1" fmla="*/ 6310031 w 6310031"/>
              <a:gd name="connsiteY1" fmla="*/ 0 h 5157788"/>
              <a:gd name="connsiteX2" fmla="*/ 6310031 w 6310031"/>
              <a:gd name="connsiteY2" fmla="*/ 5157788 h 5157788"/>
              <a:gd name="connsiteX3" fmla="*/ 585903 w 6310031"/>
              <a:gd name="connsiteY3" fmla="*/ 5153180 h 5157788"/>
              <a:gd name="connsiteX4" fmla="*/ 1738031 w 6310031"/>
              <a:gd name="connsiteY4" fmla="*/ 3389965 h 5157788"/>
              <a:gd name="connsiteX5" fmla="*/ 3574235 w 6310031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152128 w 5724128"/>
              <a:gd name="connsiteY4" fmla="*/ 3389965 h 5157788"/>
              <a:gd name="connsiteX5" fmla="*/ 2988332 w 5724128"/>
              <a:gd name="connsiteY5" fmla="*/ 0 h 5157788"/>
              <a:gd name="connsiteX0" fmla="*/ 2988332 w 5724128"/>
              <a:gd name="connsiteY0" fmla="*/ 0 h 5157788"/>
              <a:gd name="connsiteX1" fmla="*/ 5724128 w 5724128"/>
              <a:gd name="connsiteY1" fmla="*/ 0 h 5157788"/>
              <a:gd name="connsiteX2" fmla="*/ 5724128 w 5724128"/>
              <a:gd name="connsiteY2" fmla="*/ 5157788 h 5157788"/>
              <a:gd name="connsiteX3" fmla="*/ 0 w 5724128"/>
              <a:gd name="connsiteY3" fmla="*/ 5153180 h 5157788"/>
              <a:gd name="connsiteX4" fmla="*/ 1296143 w 5724128"/>
              <a:gd name="connsiteY4" fmla="*/ 3461908 h 5157788"/>
              <a:gd name="connsiteX5" fmla="*/ 2988332 w 5724128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296144 w 5724129"/>
              <a:gd name="connsiteY4" fmla="*/ 3461908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2988333 w 5724129"/>
              <a:gd name="connsiteY0" fmla="*/ 0 h 5157788"/>
              <a:gd name="connsiteX1" fmla="*/ 5724129 w 5724129"/>
              <a:gd name="connsiteY1" fmla="*/ 0 h 5157788"/>
              <a:gd name="connsiteX2" fmla="*/ 5724129 w 5724129"/>
              <a:gd name="connsiteY2" fmla="*/ 5157788 h 5157788"/>
              <a:gd name="connsiteX3" fmla="*/ 0 w 5724129"/>
              <a:gd name="connsiteY3" fmla="*/ 5153180 h 5157788"/>
              <a:gd name="connsiteX4" fmla="*/ 1152129 w 5724129"/>
              <a:gd name="connsiteY4" fmla="*/ 3425937 h 5157788"/>
              <a:gd name="connsiteX5" fmla="*/ 2988333 w 5724129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1188132 w 5760132"/>
              <a:gd name="connsiteY4" fmla="*/ 3425937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3024336 w 5760132"/>
              <a:gd name="connsiteY0" fmla="*/ 0 h 5157788"/>
              <a:gd name="connsiteX1" fmla="*/ 5760132 w 5760132"/>
              <a:gd name="connsiteY1" fmla="*/ 0 h 5157788"/>
              <a:gd name="connsiteX2" fmla="*/ 5760132 w 5760132"/>
              <a:gd name="connsiteY2" fmla="*/ 5157788 h 5157788"/>
              <a:gd name="connsiteX3" fmla="*/ 0 w 5760132"/>
              <a:gd name="connsiteY3" fmla="*/ 5153180 h 5157788"/>
              <a:gd name="connsiteX4" fmla="*/ 2736304 w 5760132"/>
              <a:gd name="connsiteY4" fmla="*/ 3461908 h 5157788"/>
              <a:gd name="connsiteX5" fmla="*/ 3024336 w 5760132"/>
              <a:gd name="connsiteY5" fmla="*/ 0 h 5157788"/>
              <a:gd name="connsiteX0" fmla="*/ 2160240 w 4896036"/>
              <a:gd name="connsiteY0" fmla="*/ 0 h 5157788"/>
              <a:gd name="connsiteX1" fmla="*/ 4896036 w 4896036"/>
              <a:gd name="connsiteY1" fmla="*/ 0 h 5157788"/>
              <a:gd name="connsiteX2" fmla="*/ 4896036 w 4896036"/>
              <a:gd name="connsiteY2" fmla="*/ 5157788 h 5157788"/>
              <a:gd name="connsiteX3" fmla="*/ 0 w 4896036"/>
              <a:gd name="connsiteY3" fmla="*/ 5153180 h 5157788"/>
              <a:gd name="connsiteX4" fmla="*/ 1872208 w 4896036"/>
              <a:gd name="connsiteY4" fmla="*/ 3461908 h 5157788"/>
              <a:gd name="connsiteX5" fmla="*/ 2160240 w 4896036"/>
              <a:gd name="connsiteY5" fmla="*/ 0 h 5157788"/>
              <a:gd name="connsiteX0" fmla="*/ 2232248 w 4968044"/>
              <a:gd name="connsiteY0" fmla="*/ 0 h 5157788"/>
              <a:gd name="connsiteX1" fmla="*/ 4968044 w 4968044"/>
              <a:gd name="connsiteY1" fmla="*/ 0 h 5157788"/>
              <a:gd name="connsiteX2" fmla="*/ 4968044 w 4968044"/>
              <a:gd name="connsiteY2" fmla="*/ 5157788 h 5157788"/>
              <a:gd name="connsiteX3" fmla="*/ 0 w 4968044"/>
              <a:gd name="connsiteY3" fmla="*/ 5153180 h 5157788"/>
              <a:gd name="connsiteX4" fmla="*/ 1944216 w 4968044"/>
              <a:gd name="connsiteY4" fmla="*/ 3461908 h 5157788"/>
              <a:gd name="connsiteX5" fmla="*/ 2232248 w 4968044"/>
              <a:gd name="connsiteY5" fmla="*/ 0 h 5157788"/>
              <a:gd name="connsiteX0" fmla="*/ 2207679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207679 w 4943475"/>
              <a:gd name="connsiteY5" fmla="*/ 0 h 5157788"/>
              <a:gd name="connsiteX0" fmla="*/ 2963763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963763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919647 w 4943475"/>
              <a:gd name="connsiteY4" fmla="*/ 3461908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092200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71575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184275 w 4943475"/>
              <a:gd name="connsiteY4" fmla="*/ 263289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343583 w 4943475"/>
              <a:gd name="connsiteY4" fmla="*/ 2634556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675731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675731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1735 w 4943475"/>
              <a:gd name="connsiteY0" fmla="*/ 0 h 5157788"/>
              <a:gd name="connsiteX1" fmla="*/ 4943475 w 4943475"/>
              <a:gd name="connsiteY1" fmla="*/ 0 h 5157788"/>
              <a:gd name="connsiteX2" fmla="*/ 4943475 w 4943475"/>
              <a:gd name="connsiteY2" fmla="*/ 5157788 h 5157788"/>
              <a:gd name="connsiteX3" fmla="*/ 0 w 4943475"/>
              <a:gd name="connsiteY3" fmla="*/ 5153180 h 5157788"/>
              <a:gd name="connsiteX4" fmla="*/ 1235571 w 4943475"/>
              <a:gd name="connsiteY4" fmla="*/ 2562613 h 5157788"/>
              <a:gd name="connsiteX5" fmla="*/ 2711735 w 4943475"/>
              <a:gd name="connsiteY5" fmla="*/ 0 h 5157788"/>
              <a:gd name="connsiteX0" fmla="*/ 2719672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19672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  <a:gd name="connsiteX0" fmla="*/ 2706687 w 4951412"/>
              <a:gd name="connsiteY0" fmla="*/ 0 h 5157788"/>
              <a:gd name="connsiteX1" fmla="*/ 4951412 w 4951412"/>
              <a:gd name="connsiteY1" fmla="*/ 0 h 5157788"/>
              <a:gd name="connsiteX2" fmla="*/ 4951412 w 4951412"/>
              <a:gd name="connsiteY2" fmla="*/ 5157788 h 5157788"/>
              <a:gd name="connsiteX3" fmla="*/ 0 w 4951412"/>
              <a:gd name="connsiteY3" fmla="*/ 5153180 h 5157788"/>
              <a:gd name="connsiteX4" fmla="*/ 1243508 w 4951412"/>
              <a:gd name="connsiteY4" fmla="*/ 2562613 h 5157788"/>
              <a:gd name="connsiteX5" fmla="*/ 2706687 w 4951412"/>
              <a:gd name="connsiteY5" fmla="*/ 0 h 515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51412" h="5157788">
                <a:moveTo>
                  <a:pt x="2706687" y="0"/>
                </a:moveTo>
                <a:lnTo>
                  <a:pt x="4951412" y="0"/>
                </a:lnTo>
                <a:lnTo>
                  <a:pt x="4951412" y="5157788"/>
                </a:lnTo>
                <a:lnTo>
                  <a:pt x="0" y="5153180"/>
                </a:lnTo>
                <a:cubicBezTo>
                  <a:pt x="84411" y="4542509"/>
                  <a:pt x="183041" y="4024723"/>
                  <a:pt x="1243508" y="2562613"/>
                </a:cubicBezTo>
                <a:cubicBezTo>
                  <a:pt x="1867447" y="1704780"/>
                  <a:pt x="2665955" y="709265"/>
                  <a:pt x="2706687" y="0"/>
                </a:cubicBezTo>
                <a:close/>
              </a:path>
            </a:pathLst>
          </a:custGeom>
          <a:solidFill>
            <a:schemeClr val="bg2"/>
          </a:solidFill>
          <a:ln w="3175">
            <a:noFill/>
          </a:ln>
        </p:spPr>
        <p:txBody>
          <a:bodyPr tIns="720000" anchor="ctr" anchorCtr="0"/>
          <a:lstStyle>
            <a:lvl1pPr algn="ctr"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13" name="Espace réservé du texte 4"/>
          <p:cNvSpPr>
            <a:spLocks noGrp="1"/>
          </p:cNvSpPr>
          <p:nvPr>
            <p:ph type="body" sz="quarter" idx="19" hasCustomPrompt="1"/>
          </p:nvPr>
        </p:nvSpPr>
        <p:spPr>
          <a:xfrm>
            <a:off x="7440085" y="5445224"/>
            <a:ext cx="4751916" cy="367521"/>
          </a:xfrm>
          <a:solidFill>
            <a:schemeClr val="bg1">
              <a:alpha val="60000"/>
            </a:schemeClr>
          </a:solidFill>
        </p:spPr>
        <p:txBody>
          <a:bodyPr anchor="ctr" anchorCtr="0"/>
          <a:lstStyle>
            <a:lvl1pPr algn="ctr">
              <a:defRPr sz="1400" b="0" i="1"/>
            </a:lvl1pPr>
            <a:lvl2pPr algn="ctr">
              <a:defRPr sz="1333" b="0" i="1"/>
            </a:lvl2pPr>
            <a:lvl3pPr algn="ctr">
              <a:defRPr sz="1200" b="0" i="1"/>
            </a:lvl3pPr>
            <a:lvl4pPr algn="ctr">
              <a:defRPr sz="1200" b="0" i="1"/>
            </a:lvl4pPr>
            <a:lvl5pPr algn="ctr">
              <a:defRPr sz="1067" b="0" i="1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56104491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icture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B624F2D-E14E-4E49-BA55-A9C0E45F6F7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69621894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B624F2D-E14E-4E49-BA55-A9C0E45F6F7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8000"/>
            <a:ext cx="10645648" cy="204301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0" name="Espace réservé pour une image  17"/>
          <p:cNvSpPr>
            <a:spLocks noGrp="1"/>
          </p:cNvSpPr>
          <p:nvPr>
            <p:ph type="pic" sz="quarter" idx="13"/>
          </p:nvPr>
        </p:nvSpPr>
        <p:spPr bwMode="gray">
          <a:xfrm>
            <a:off x="-1" y="3621021"/>
            <a:ext cx="12192001" cy="2189096"/>
          </a:xfrm>
          <a:custGeom>
            <a:avLst/>
            <a:gdLst>
              <a:gd name="connsiteX0" fmla="*/ 0 w 7344000"/>
              <a:gd name="connsiteY0" fmla="*/ 0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0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  <a:gd name="connsiteX0" fmla="*/ 0 w 7344000"/>
              <a:gd name="connsiteY0" fmla="*/ 605117 h 1728787"/>
              <a:gd name="connsiteX1" fmla="*/ 7344000 w 7344000"/>
              <a:gd name="connsiteY1" fmla="*/ 0 h 1728787"/>
              <a:gd name="connsiteX2" fmla="*/ 7344000 w 7344000"/>
              <a:gd name="connsiteY2" fmla="*/ 1728787 h 1728787"/>
              <a:gd name="connsiteX3" fmla="*/ 0 w 7344000"/>
              <a:gd name="connsiteY3" fmla="*/ 1728787 h 1728787"/>
              <a:gd name="connsiteX4" fmla="*/ 0 w 7344000"/>
              <a:gd name="connsiteY4" fmla="*/ 605117 h 1728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44000" h="1728787">
                <a:moveTo>
                  <a:pt x="0" y="605117"/>
                </a:moveTo>
                <a:cubicBezTo>
                  <a:pt x="2817794" y="551329"/>
                  <a:pt x="3342865" y="73959"/>
                  <a:pt x="7344000" y="0"/>
                </a:cubicBezTo>
                <a:lnTo>
                  <a:pt x="7344000" y="1728787"/>
                </a:lnTo>
                <a:lnTo>
                  <a:pt x="0" y="1728787"/>
                </a:lnTo>
                <a:lnTo>
                  <a:pt x="0" y="605117"/>
                </a:lnTo>
                <a:close/>
              </a:path>
            </a:pathLst>
          </a:custGeo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759553363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C2D4482D-E5DD-4F27-9EDB-65021D09A79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5007709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C2D4482D-E5DD-4F27-9EDB-65021D09A79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1"/>
            <a:ext cx="5424000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751499" y="1603201"/>
            <a:ext cx="4768501" cy="4202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814125625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95E8836-1B9E-4C49-AA79-82DA9E27294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6046266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95E8836-1B9E-4C49-AA79-82DA9E27294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E8C5DFED-F2B7-411C-9518-86880D4D2C7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10848000" cy="2496671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633779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5" name="Titr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714665583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Content&amp;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CB97CF4-6117-4A85-8264-8292F20915E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3916905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CB97CF4-6117-4A85-8264-8292F20915E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6384967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1999" y="3307201"/>
            <a:ext cx="6384967" cy="2498817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6384967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7680176" y="753401"/>
            <a:ext cx="3839824" cy="5014516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1439202585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2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03F2CB7A-1E95-4ABC-A10B-3CDA6CBC522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22435638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03F2CB7A-1E95-4ABC-A10B-3CDA6CBC52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9347"/>
            <a:ext cx="5424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6768000" y="3309347"/>
            <a:ext cx="475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470859910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3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249BDB2D-AAE5-4C6F-ACDF-CED57C6F3F2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5678489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249BDB2D-AAE5-4C6F-ACDF-CED57C6F3F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1260000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3" name="Espace réservé du contenu 2"/>
          <p:cNvSpPr>
            <a:spLocks noGrp="1"/>
          </p:cNvSpPr>
          <p:nvPr>
            <p:ph idx="17" hasCustomPrompt="1"/>
          </p:nvPr>
        </p:nvSpPr>
        <p:spPr bwMode="gray">
          <a:xfrm>
            <a:off x="4167359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8" hasCustomPrompt="1"/>
          </p:nvPr>
        </p:nvSpPr>
        <p:spPr bwMode="gray">
          <a:xfrm>
            <a:off x="7646800" y="3307200"/>
            <a:ext cx="3072000" cy="25008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1451297703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8B1250B9-F55C-4042-8FB6-D2393157626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7493007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8B1250B9-F55C-4042-8FB6-D2393157626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>
          <a:xfrm>
            <a:off x="672000" y="217251"/>
            <a:ext cx="10848000" cy="1036637"/>
          </a:xfrm>
        </p:spPr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 bwMode="gray">
          <a:xfrm>
            <a:off x="672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8" name="Espace réservé du numéro de diapositive 7"/>
          <p:cNvSpPr>
            <a:spLocks noGrp="1"/>
          </p:cNvSpPr>
          <p:nvPr>
            <p:ph type="sldNum" sz="quarter" idx="11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9" name="Espace réservé du contenu 2"/>
          <p:cNvSpPr>
            <a:spLocks noGrp="1"/>
          </p:cNvSpPr>
          <p:nvPr>
            <p:ph idx="13" hasCustomPrompt="1"/>
          </p:nvPr>
        </p:nvSpPr>
        <p:spPr bwMode="gray">
          <a:xfrm>
            <a:off x="6096000" y="1603200"/>
            <a:ext cx="5424000" cy="2035200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3" name="Espace réservé du contenu 2"/>
          <p:cNvSpPr>
            <a:spLocks noGrp="1"/>
          </p:cNvSpPr>
          <p:nvPr>
            <p:ph idx="14" hasCustomPrompt="1"/>
          </p:nvPr>
        </p:nvSpPr>
        <p:spPr bwMode="gray">
          <a:xfrm>
            <a:off x="672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idx="15" hasCustomPrompt="1"/>
          </p:nvPr>
        </p:nvSpPr>
        <p:spPr bwMode="gray">
          <a:xfrm>
            <a:off x="6096000" y="3771388"/>
            <a:ext cx="5424000" cy="2034629"/>
          </a:xfrm>
        </p:spPr>
        <p:txBody>
          <a:bodyPr/>
          <a:lstStyle>
            <a:lvl2pPr>
              <a:defRPr/>
            </a:lvl2pPr>
            <a:lvl3pPr>
              <a:defRPr/>
            </a:lvl3pPr>
            <a:lvl4pPr>
              <a:defRPr baseline="0"/>
            </a:lvl4pPr>
            <a:lvl5pPr>
              <a:defRPr/>
            </a:lvl5pPr>
          </a:lstStyle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587951215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BEF7C3DA-2958-445D-9B93-FE56BA0540B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6295860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BEF7C3DA-2958-445D-9B93-FE56BA0540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2" name="Espace réservé pour une image 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672000" y="1603201"/>
            <a:ext cx="10848000" cy="4156800"/>
          </a:xfrm>
        </p:spPr>
        <p:txBody>
          <a:bodyPr tIns="1008000" anchor="ctr" anchorCtr="0"/>
          <a:lstStyle>
            <a:lvl1pPr algn="ctr">
              <a:defRPr/>
            </a:lvl1pPr>
          </a:lstStyle>
          <a:p>
            <a:r>
              <a:rPr lang="en-US" noProof="0"/>
              <a:t>Select your own photo</a:t>
            </a:r>
          </a:p>
        </p:txBody>
      </p:sp>
    </p:spTree>
    <p:extLst>
      <p:ext uri="{BB962C8B-B14F-4D97-AF65-F5344CB8AC3E}">
        <p14:creationId xmlns:p14="http://schemas.microsoft.com/office/powerpoint/2010/main" val="224087797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&amp;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DDEA8F17-95C7-470F-8043-D051CFF6D73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32679342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DDEA8F17-95C7-470F-8043-D051CFF6D73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1603200"/>
            <a:ext cx="10848000" cy="936627"/>
          </a:xfrm>
        </p:spPr>
        <p:txBody>
          <a:bodyPr/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2638824"/>
            <a:ext cx="4896000" cy="324000"/>
          </a:xfrm>
          <a:solidFill>
            <a:schemeClr val="accent1"/>
          </a:solidFill>
          <a:ln w="9525">
            <a:solidFill>
              <a:schemeClr val="accent1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2962824"/>
            <a:ext cx="4896000" cy="2352000"/>
          </a:xfrm>
          <a:ln w="9525">
            <a:solidFill>
              <a:schemeClr val="accent1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000" y="2638824"/>
            <a:ext cx="4896000" cy="324000"/>
          </a:xfrm>
          <a:solidFill>
            <a:schemeClr val="accent2"/>
          </a:solidFill>
          <a:ln w="9525">
            <a:solidFill>
              <a:schemeClr val="accent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000" y="2962824"/>
            <a:ext cx="4896000" cy="2352000"/>
          </a:xfrm>
          <a:ln w="9525">
            <a:solidFill>
              <a:schemeClr val="accent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877658528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CD79D9DD-29F6-4795-8218-0A21F32E9D9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5247667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CD79D9DD-29F6-4795-8218-0A21F32E9D9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pic>
        <p:nvPicPr>
          <p:cNvPr id="10" name="table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1192419" y="1653712"/>
            <a:ext cx="4465240" cy="1788160"/>
          </a:xfrm>
          <a:prstGeom prst="rect">
            <a:avLst/>
          </a:prstGeom>
        </p:spPr>
      </p:pic>
      <p:pic>
        <p:nvPicPr>
          <p:cNvPr id="12" name="table"/>
          <p:cNvPicPr>
            <a:picLocks noChangeAspect="1"/>
          </p:cNvPicPr>
          <p:nvPr userDrawn="1"/>
        </p:nvPicPr>
        <p:blipFill>
          <a:blip r:embed="rId6"/>
          <a:stretch>
            <a:fillRect/>
          </a:stretch>
        </p:blipFill>
        <p:spPr>
          <a:xfrm>
            <a:off x="6534343" y="1653712"/>
            <a:ext cx="4465240" cy="1788160"/>
          </a:xfrm>
          <a:prstGeom prst="rect">
            <a:avLst/>
          </a:prstGeom>
        </p:spPr>
      </p:pic>
      <p:pic>
        <p:nvPicPr>
          <p:cNvPr id="13" name="table"/>
          <p:cNvPicPr>
            <a:picLocks noChangeAspect="1"/>
          </p:cNvPicPr>
          <p:nvPr userDrawn="1"/>
        </p:nvPicPr>
        <p:blipFill>
          <a:blip r:embed="rId7"/>
          <a:stretch>
            <a:fillRect/>
          </a:stretch>
        </p:blipFill>
        <p:spPr>
          <a:xfrm>
            <a:off x="1192419" y="3813043"/>
            <a:ext cx="4465240" cy="1788160"/>
          </a:xfrm>
          <a:prstGeom prst="rect">
            <a:avLst/>
          </a:prstGeom>
        </p:spPr>
      </p:pic>
      <p:pic>
        <p:nvPicPr>
          <p:cNvPr id="14" name="table"/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6534343" y="3813043"/>
            <a:ext cx="4465240" cy="1788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5470688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ocks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731F15DA-7CBD-4654-81B5-14E8AAAB4F4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7729619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731F15DA-7CBD-4654-81B5-14E8AAAB4F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/>
          <a:p>
            <a:r>
              <a:rPr lang="en-US" noProof="0"/>
              <a:t>TITLE</a:t>
            </a: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5"/>
          </p:nvPr>
        </p:nvSpPr>
        <p:spPr bwMode="gray"/>
        <p:txBody>
          <a:bodyPr/>
          <a:lstStyle/>
          <a:p>
            <a:pPr algn="l"/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21" name="Espace réservé du texte 9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672000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2" name="Espace réservé du texte 9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672000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  <p:sp>
        <p:nvSpPr>
          <p:cNvPr id="23" name="Espace réservé du texte 9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096795" y="1651200"/>
            <a:ext cx="4896000" cy="335715"/>
          </a:xfrm>
          <a:solidFill>
            <a:schemeClr val="accent2"/>
          </a:solidFill>
          <a:ln w="9525">
            <a:solidFill>
              <a:schemeClr val="bg2"/>
            </a:solidFill>
          </a:ln>
        </p:spPr>
        <p:txBody>
          <a:bodyPr anchor="ctr" anchorCtr="0"/>
          <a:lstStyle>
            <a:lvl1pPr algn="ctr">
              <a:lnSpc>
                <a:spcPct val="100000"/>
              </a:lnSpc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Text level 1</a:t>
            </a:r>
          </a:p>
        </p:txBody>
      </p:sp>
      <p:sp>
        <p:nvSpPr>
          <p:cNvPr id="24" name="Espace réservé du texte 9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6096795" y="1985432"/>
            <a:ext cx="4896000" cy="3561600"/>
          </a:xfrm>
          <a:ln w="9525">
            <a:solidFill>
              <a:schemeClr val="bg2"/>
            </a:solidFill>
          </a:ln>
        </p:spPr>
        <p:txBody>
          <a:bodyPr tIns="72000"/>
          <a:lstStyle>
            <a:lvl1pPr marL="431989" indent="-239994">
              <a:lnSpc>
                <a:spcPct val="100000"/>
              </a:lnSpc>
              <a:spcBef>
                <a:spcPts val="400"/>
              </a:spcBef>
              <a:buClr>
                <a:schemeClr val="accent3"/>
              </a:buClr>
              <a:buFont typeface="Arial" pitchFamily="34" charset="0"/>
              <a:buChar char="•"/>
              <a:defRPr sz="2400">
                <a:solidFill>
                  <a:schemeClr val="tx1"/>
                </a:solidFill>
              </a:defRPr>
            </a:lvl1pPr>
            <a:lvl2pPr marL="671983">
              <a:buClr>
                <a:schemeClr val="tx1"/>
              </a:buClr>
              <a:defRPr sz="2133" b="0"/>
            </a:lvl2pPr>
            <a:lvl3pPr indent="0">
              <a:buNone/>
              <a:defRPr/>
            </a:lvl3pPr>
            <a:lvl4pPr marL="911977" indent="-239994">
              <a:buClr>
                <a:schemeClr val="tx1"/>
              </a:buClr>
              <a:buFont typeface="Arial" pitchFamily="34" charset="0"/>
              <a:buChar char="•"/>
              <a:defRPr sz="1867"/>
            </a:lvl4pPr>
          </a:lstStyle>
          <a:p>
            <a:pPr lvl="0"/>
            <a:r>
              <a:rPr lang="en-US" noProof="0"/>
              <a:t>Text level 2</a:t>
            </a:r>
          </a:p>
          <a:p>
            <a:pPr lvl="1"/>
            <a:r>
              <a:rPr lang="en-US" noProof="0"/>
              <a:t>Text level 3</a:t>
            </a:r>
          </a:p>
          <a:p>
            <a:pPr lvl="2"/>
            <a:r>
              <a:rPr lang="en-US" noProof="0"/>
              <a:t>Text level 4</a:t>
            </a:r>
          </a:p>
          <a:p>
            <a:pPr lvl="3"/>
            <a:r>
              <a:rPr lang="en-US" noProof="0"/>
              <a:t>Text level 5</a:t>
            </a:r>
          </a:p>
        </p:txBody>
      </p:sp>
    </p:spTree>
    <p:extLst>
      <p:ext uri="{BB962C8B-B14F-4D97-AF65-F5344CB8AC3E}">
        <p14:creationId xmlns:p14="http://schemas.microsoft.com/office/powerpoint/2010/main" val="2591444487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0AFF9D59-C6DE-4643-92AC-FC7504C11FD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2818278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0AFF9D59-C6DE-4643-92AC-FC7504C11FD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Image 17" descr="Image_03.jpg"/>
          <p:cNvPicPr>
            <a:picLocks noChangeAspect="1"/>
          </p:cNvPicPr>
          <p:nvPr userDrawn="1"/>
        </p:nvPicPr>
        <p:blipFill>
          <a:blip r:embed="rId5" cstate="print"/>
          <a:stretch>
            <a:fillRect/>
          </a:stretch>
        </p:blipFill>
        <p:spPr bwMode="gray">
          <a:xfrm>
            <a:off x="6620071" y="-16850"/>
            <a:ext cx="5591179" cy="5712068"/>
          </a:xfrm>
          <a:prstGeom prst="rect">
            <a:avLst/>
          </a:prstGeom>
        </p:spPr>
      </p:pic>
      <p:sp>
        <p:nvSpPr>
          <p:cNvPr id="13" name="Forme libre 12"/>
          <p:cNvSpPr/>
          <p:nvPr userDrawn="1"/>
        </p:nvSpPr>
        <p:spPr>
          <a:xfrm>
            <a:off x="3" y="0"/>
            <a:ext cx="9394668" cy="5160000"/>
          </a:xfrm>
          <a:custGeom>
            <a:avLst/>
            <a:gdLst>
              <a:gd name="connsiteX0" fmla="*/ 0 w 7046001"/>
              <a:gd name="connsiteY0" fmla="*/ 0 h 3870000"/>
              <a:gd name="connsiteX1" fmla="*/ 7046001 w 7046001"/>
              <a:gd name="connsiteY1" fmla="*/ 0 h 3870000"/>
              <a:gd name="connsiteX2" fmla="*/ 5146256 w 7046001"/>
              <a:gd name="connsiteY2" fmla="*/ 3580448 h 3870000"/>
              <a:gd name="connsiteX3" fmla="*/ 5116340 w 7046001"/>
              <a:gd name="connsiteY3" fmla="*/ 3870000 h 3870000"/>
              <a:gd name="connsiteX4" fmla="*/ 0 w 7046001"/>
              <a:gd name="connsiteY4" fmla="*/ 3870000 h 387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46001" h="3870000">
                <a:moveTo>
                  <a:pt x="0" y="0"/>
                </a:moveTo>
                <a:lnTo>
                  <a:pt x="7046001" y="0"/>
                </a:lnTo>
                <a:cubicBezTo>
                  <a:pt x="7040718" y="945283"/>
                  <a:pt x="5396983" y="2115735"/>
                  <a:pt x="5146256" y="3580448"/>
                </a:cubicBezTo>
                <a:lnTo>
                  <a:pt x="5116340" y="3870000"/>
                </a:lnTo>
                <a:lnTo>
                  <a:pt x="0" y="3870000"/>
                </a:lnTo>
                <a:close/>
              </a:path>
            </a:pathLst>
          </a:cu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3600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68560183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_you_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8BE37F2D-FFB9-42E2-8171-4FF77FCBAB1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3084234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5" imgH="416" progId="TCLayout.ActiveDocument.1">
                  <p:embed/>
                </p:oleObj>
              </mc:Choice>
              <mc:Fallback>
                <p:oleObj name="think-cell Slide" r:id="rId3" imgW="415" imgH="41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8BE37F2D-FFB9-42E2-8171-4FF77FCBAB1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Image 12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5161280"/>
          </a:xfrm>
          <a:prstGeom prst="rect">
            <a:avLst/>
          </a:prstGeom>
        </p:spPr>
      </p:pic>
      <p:sp>
        <p:nvSpPr>
          <p:cNvPr id="20" name="Espace réservé pour une image  25"/>
          <p:cNvSpPr>
            <a:spLocks noGrp="1"/>
          </p:cNvSpPr>
          <p:nvPr>
            <p:ph type="pic" sz="quarter" idx="10" hasCustomPrompt="1"/>
          </p:nvPr>
        </p:nvSpPr>
        <p:spPr>
          <a:xfrm>
            <a:off x="6821913" y="0"/>
            <a:ext cx="5370089" cy="5158800"/>
          </a:xfrm>
          <a:custGeom>
            <a:avLst/>
            <a:gdLst>
              <a:gd name="connsiteX0" fmla="*/ 1929568 w 4027567"/>
              <a:gd name="connsiteY0" fmla="*/ 0 h 3869100"/>
              <a:gd name="connsiteX1" fmla="*/ 4027567 w 4027567"/>
              <a:gd name="connsiteY1" fmla="*/ 0 h 3869100"/>
              <a:gd name="connsiteX2" fmla="*/ 4027567 w 4027567"/>
              <a:gd name="connsiteY2" fmla="*/ 3869100 h 3869100"/>
              <a:gd name="connsiteX3" fmla="*/ 0 w 4027567"/>
              <a:gd name="connsiteY3" fmla="*/ 3869100 h 3869100"/>
              <a:gd name="connsiteX4" fmla="*/ 29823 w 4027567"/>
              <a:gd name="connsiteY4" fmla="*/ 3580448 h 3869100"/>
              <a:gd name="connsiteX5" fmla="*/ 1929568 w 4027567"/>
              <a:gd name="connsiteY5" fmla="*/ 0 h 386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27567" h="3869100">
                <a:moveTo>
                  <a:pt x="1929568" y="0"/>
                </a:moveTo>
                <a:lnTo>
                  <a:pt x="4027567" y="0"/>
                </a:lnTo>
                <a:lnTo>
                  <a:pt x="4027567" y="3869100"/>
                </a:lnTo>
                <a:lnTo>
                  <a:pt x="0" y="3869100"/>
                </a:lnTo>
                <a:lnTo>
                  <a:pt x="29823" y="3580448"/>
                </a:lnTo>
                <a:cubicBezTo>
                  <a:pt x="280550" y="2115735"/>
                  <a:pt x="1924285" y="945283"/>
                  <a:pt x="1929568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tIns="720000" anchor="ctr" anchorCtr="0">
            <a:noAutofit/>
          </a:bodyPr>
          <a:lstStyle>
            <a:lvl1pPr marL="0" marR="0" indent="0" algn="ctr" defTabSz="121917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Select your own photo</a:t>
            </a:r>
          </a:p>
        </p:txBody>
      </p:sp>
      <p:sp>
        <p:nvSpPr>
          <p:cNvPr id="22" name="Rectangle 21"/>
          <p:cNvSpPr/>
          <p:nvPr userDrawn="1"/>
        </p:nvSpPr>
        <p:spPr bwMode="gray">
          <a:xfrm>
            <a:off x="4847169" y="5265205"/>
            <a:ext cx="7344833" cy="15927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3" hasCustomPrompt="1"/>
          </p:nvPr>
        </p:nvSpPr>
        <p:spPr bwMode="gray">
          <a:xfrm>
            <a:off x="672000" y="974400"/>
            <a:ext cx="6384000" cy="2232000"/>
          </a:xfrm>
        </p:spPr>
        <p:txBody>
          <a:bodyPr anchor="b" anchorCtr="0"/>
          <a:lstStyle>
            <a:lvl1pPr marL="0" indent="0" algn="l">
              <a:lnSpc>
                <a:spcPct val="90000"/>
              </a:lnSpc>
              <a:buNone/>
              <a:defRPr sz="3733" b="1" cap="none" baseline="0">
                <a:solidFill>
                  <a:schemeClr val="bg1"/>
                </a:solidFill>
              </a:defRPr>
            </a:lvl1pPr>
            <a:lvl2pPr marL="0" algn="ctr">
              <a:lnSpc>
                <a:spcPct val="100000"/>
              </a:lnSpc>
              <a:spcBef>
                <a:spcPts val="9200"/>
              </a:spcBef>
              <a:defRPr sz="2667" b="1">
                <a:solidFill>
                  <a:schemeClr val="bg1"/>
                </a:solidFill>
              </a:defRPr>
            </a:lvl2pPr>
          </a:lstStyle>
          <a:p>
            <a:pPr lvl="0"/>
            <a:r>
              <a:rPr lang="en-US" noProof="0"/>
              <a:t>THANK YOU</a:t>
            </a:r>
          </a:p>
        </p:txBody>
      </p:sp>
      <p:sp>
        <p:nvSpPr>
          <p:cNvPr id="11" name="Espace réservé du numéro de diapositive 10"/>
          <p:cNvSpPr>
            <a:spLocks noGrp="1"/>
          </p:cNvSpPr>
          <p:nvPr>
            <p:ph type="sldNum" sz="quarter" idx="16"/>
          </p:nvPr>
        </p:nvSpPr>
        <p:spPr bwMode="gray"/>
        <p:txBody>
          <a:bodyPr/>
          <a:lstStyle>
            <a:lvl1pPr>
              <a:defRPr sz="133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algn="l"/>
            <a:r>
              <a:rPr lang="en-US" noProof="0"/>
              <a:t>Page: </a:t>
            </a:r>
            <a:fld id="{733122C9-A0B9-462F-8757-0847AD287B63}" type="slidenum">
              <a:rPr lang="en-US" noProof="0" smtClean="0"/>
              <a:pPr algn="l"/>
              <a:t>‹#›</a:t>
            </a:fld>
            <a:endParaRPr lang="en-US" noProof="0"/>
          </a:p>
        </p:txBody>
      </p:sp>
      <p:sp>
        <p:nvSpPr>
          <p:cNvPr id="15" name="Espace réservé du texte 14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5592000" y="5899200"/>
            <a:ext cx="5884800" cy="324000"/>
          </a:xfrm>
        </p:spPr>
        <p:txBody>
          <a:bodyPr anchor="b" anchorCtr="0"/>
          <a:lstStyle>
            <a:lvl1pPr algn="r">
              <a:lnSpc>
                <a:spcPct val="100000"/>
              </a:lnSpc>
              <a:defRPr sz="1200" b="1">
                <a:solidFill>
                  <a:schemeClr val="accent2"/>
                </a:solidFill>
              </a:defRPr>
            </a:lvl1pPr>
          </a:lstStyle>
          <a:p>
            <a:r>
              <a:rPr lang="en-US"/>
              <a:t>Reach every child</a:t>
            </a:r>
          </a:p>
        </p:txBody>
      </p:sp>
      <p:sp>
        <p:nvSpPr>
          <p:cNvPr id="16" name="Rectangle 15"/>
          <p:cNvSpPr/>
          <p:nvPr userDrawn="1"/>
        </p:nvSpPr>
        <p:spPr bwMode="gray">
          <a:xfrm>
            <a:off x="5592000" y="6283200"/>
            <a:ext cx="5884800" cy="2872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r"/>
            <a:r>
              <a:rPr lang="en-US" sz="1200" noProof="0">
                <a:solidFill>
                  <a:schemeClr val="accent3"/>
                </a:solidFill>
              </a:rPr>
              <a:t>www.gavi.org</a:t>
            </a:r>
          </a:p>
        </p:txBody>
      </p:sp>
      <p:sp>
        <p:nvSpPr>
          <p:cNvPr id="19" name="Rectangle 18"/>
          <p:cNvSpPr/>
          <p:nvPr userDrawn="1"/>
        </p:nvSpPr>
        <p:spPr bwMode="gray">
          <a:xfrm>
            <a:off x="672000" y="339189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0" y="5157789"/>
            <a:ext cx="12192000" cy="287337"/>
          </a:xfrm>
          <a:solidFill>
            <a:schemeClr val="bg1"/>
          </a:solidFill>
        </p:spPr>
        <p:txBody>
          <a:bodyPr/>
          <a:lstStyle>
            <a:lvl1pPr>
              <a:defRPr sz="133" b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4195643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A2E6022C-520D-4957-AAA7-3291409ADB9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99322361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A2E6022C-520D-4957-AAA7-3291409ADB9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E0ACC9CD-8E19-46E9-B1FC-79F3E8518D58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US" sz="3733" b="0" i="0" baseline="0"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BRAND COLOUR PALETTE</a:t>
            </a:r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6" name="ZoneTexte 5"/>
          <p:cNvSpPr txBox="1"/>
          <p:nvPr userDrawn="1"/>
        </p:nvSpPr>
        <p:spPr>
          <a:xfrm>
            <a:off x="672000" y="1506440"/>
            <a:ext cx="4358557" cy="299253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Primary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Corporate colours</a:t>
            </a:r>
          </a:p>
          <a:p>
            <a:pPr marL="609585" lvl="1" indent="-124881">
              <a:lnSpc>
                <a:spcPct val="100000"/>
              </a:lnSpc>
              <a:spcAft>
                <a:spcPts val="8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133" b="0" noProof="0"/>
              <a:t>Strategic Goal Colours</a:t>
            </a:r>
          </a:p>
          <a:p>
            <a:pPr>
              <a:lnSpc>
                <a:spcPct val="110000"/>
              </a:lnSpc>
            </a:pPr>
            <a:r>
              <a:rPr lang="en-US" sz="2400" b="0" noProof="0">
                <a:solidFill>
                  <a:schemeClr val="accent1"/>
                </a:solidFill>
              </a:rPr>
              <a:t>Secondary</a:t>
            </a:r>
          </a:p>
        </p:txBody>
      </p:sp>
      <p:sp>
        <p:nvSpPr>
          <p:cNvPr id="7" name="Freeform 8"/>
          <p:cNvSpPr>
            <a:spLocks noChangeAspect="1"/>
          </p:cNvSpPr>
          <p:nvPr userDrawn="1"/>
        </p:nvSpPr>
        <p:spPr bwMode="auto">
          <a:xfrm>
            <a:off x="5012245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" name="Rectangle 7"/>
          <p:cNvSpPr/>
          <p:nvPr userDrawn="1"/>
        </p:nvSpPr>
        <p:spPr>
          <a:xfrm>
            <a:off x="5505451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49" name="Rectangle 48"/>
          <p:cNvSpPr/>
          <p:nvPr userDrawn="1"/>
        </p:nvSpPr>
        <p:spPr>
          <a:xfrm>
            <a:off x="6239685" y="5185225"/>
            <a:ext cx="4224801" cy="63552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r>
              <a:rPr lang="en-US" sz="1200" b="1" noProof="0">
                <a:solidFill>
                  <a:schemeClr val="tx1"/>
                </a:solidFill>
              </a:rPr>
              <a:t>Please use the four Gavi corporate colours where possible.  Specific strategic goals </a:t>
            </a:r>
            <a:br>
              <a:rPr lang="en-US" sz="1200" b="1" noProof="0">
                <a:solidFill>
                  <a:schemeClr val="tx1"/>
                </a:solidFill>
              </a:rPr>
            </a:br>
            <a:r>
              <a:rPr lang="en-US" sz="1200" b="1" noProof="0">
                <a:solidFill>
                  <a:schemeClr val="tx1"/>
                </a:solidFill>
              </a:rPr>
              <a:t>or vaccines should be highlighted using the key above. </a:t>
            </a:r>
          </a:p>
        </p:txBody>
      </p:sp>
      <p:sp>
        <p:nvSpPr>
          <p:cNvPr id="65" name="Freeform 8"/>
          <p:cNvSpPr>
            <a:spLocks noChangeAspect="1"/>
          </p:cNvSpPr>
          <p:nvPr userDrawn="1"/>
        </p:nvSpPr>
        <p:spPr bwMode="auto">
          <a:xfrm>
            <a:off x="645743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6" name="Rectangle 65"/>
          <p:cNvSpPr/>
          <p:nvPr userDrawn="1"/>
        </p:nvSpPr>
        <p:spPr>
          <a:xfrm>
            <a:off x="695064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68" name="Freeform 8"/>
          <p:cNvSpPr>
            <a:spLocks noChangeAspect="1"/>
          </p:cNvSpPr>
          <p:nvPr userDrawn="1"/>
        </p:nvSpPr>
        <p:spPr bwMode="auto">
          <a:xfrm>
            <a:off x="7869403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69" name="Rectangle 68"/>
          <p:cNvSpPr/>
          <p:nvPr userDrawn="1"/>
        </p:nvSpPr>
        <p:spPr>
          <a:xfrm>
            <a:off x="8362608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71" name="Freeform 8"/>
          <p:cNvSpPr>
            <a:spLocks noChangeAspect="1"/>
          </p:cNvSpPr>
          <p:nvPr userDrawn="1"/>
        </p:nvSpPr>
        <p:spPr bwMode="auto">
          <a:xfrm>
            <a:off x="9493117" y="141657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2" name="Rectangle 71"/>
          <p:cNvSpPr/>
          <p:nvPr userDrawn="1"/>
        </p:nvSpPr>
        <p:spPr>
          <a:xfrm>
            <a:off x="9986323" y="1413965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  <p:sp>
        <p:nvSpPr>
          <p:cNvPr id="74" name="Freeform 8"/>
          <p:cNvSpPr>
            <a:spLocks noChangeAspect="1"/>
          </p:cNvSpPr>
          <p:nvPr userDrawn="1"/>
        </p:nvSpPr>
        <p:spPr bwMode="auto">
          <a:xfrm>
            <a:off x="5012245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5" name="Rectangle 74"/>
          <p:cNvSpPr/>
          <p:nvPr userDrawn="1"/>
        </p:nvSpPr>
        <p:spPr>
          <a:xfrm>
            <a:off x="5505451" y="2315392"/>
            <a:ext cx="951987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ACCELERATE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VACCINES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144</a:t>
            </a:r>
          </a:p>
        </p:txBody>
      </p:sp>
      <p:sp>
        <p:nvSpPr>
          <p:cNvPr id="77" name="Freeform 8"/>
          <p:cNvSpPr>
            <a:spLocks noChangeAspect="1"/>
          </p:cNvSpPr>
          <p:nvPr userDrawn="1"/>
        </p:nvSpPr>
        <p:spPr bwMode="auto">
          <a:xfrm>
            <a:off x="645743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78" name="Rectangle 77"/>
          <p:cNvSpPr/>
          <p:nvPr userDrawn="1"/>
        </p:nvSpPr>
        <p:spPr>
          <a:xfrm>
            <a:off x="6950643" y="2315392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STRENGTHEN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CAPACITY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105</a:t>
            </a:r>
          </a:p>
        </p:txBody>
      </p:sp>
      <p:sp>
        <p:nvSpPr>
          <p:cNvPr id="80" name="Freeform 8"/>
          <p:cNvSpPr>
            <a:spLocks noChangeAspect="1"/>
          </p:cNvSpPr>
          <p:nvPr userDrawn="1"/>
        </p:nvSpPr>
        <p:spPr bwMode="auto">
          <a:xfrm>
            <a:off x="7869403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1" name="Rectangle 80"/>
          <p:cNvSpPr/>
          <p:nvPr userDrawn="1"/>
        </p:nvSpPr>
        <p:spPr>
          <a:xfrm>
            <a:off x="8362608" y="2315392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INCREASE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PREDICTABILITY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149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214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83" name="Freeform 8"/>
          <p:cNvSpPr>
            <a:spLocks noChangeAspect="1"/>
          </p:cNvSpPr>
          <p:nvPr userDrawn="1"/>
        </p:nvSpPr>
        <p:spPr bwMode="auto">
          <a:xfrm>
            <a:off x="9493117" y="2317997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84" name="Rectangle 83"/>
          <p:cNvSpPr/>
          <p:nvPr userDrawn="1"/>
        </p:nvSpPr>
        <p:spPr>
          <a:xfrm>
            <a:off x="9986323" y="2315392"/>
            <a:ext cx="1054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SHAPE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THE MARKET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223</a:t>
            </a:r>
          </a:p>
        </p:txBody>
      </p:sp>
      <p:sp>
        <p:nvSpPr>
          <p:cNvPr id="97" name="Freeform 8"/>
          <p:cNvSpPr>
            <a:spLocks noChangeAspect="1"/>
          </p:cNvSpPr>
          <p:nvPr userDrawn="1"/>
        </p:nvSpPr>
        <p:spPr bwMode="auto">
          <a:xfrm>
            <a:off x="5012245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ED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8" name="Rectangle 97"/>
          <p:cNvSpPr/>
          <p:nvPr userDrawn="1"/>
        </p:nvSpPr>
        <p:spPr>
          <a:xfrm>
            <a:off x="5505451" y="3236979"/>
            <a:ext cx="951987" cy="8047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IPV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INJECTABLE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POLIO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206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220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95" name="Freeform 8"/>
          <p:cNvSpPr>
            <a:spLocks noChangeAspect="1"/>
          </p:cNvSpPr>
          <p:nvPr userDrawn="1"/>
        </p:nvSpPr>
        <p:spPr bwMode="auto">
          <a:xfrm>
            <a:off x="645743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B288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6" name="Rectangle 95"/>
          <p:cNvSpPr/>
          <p:nvPr userDrawn="1"/>
        </p:nvSpPr>
        <p:spPr>
          <a:xfrm>
            <a:off x="6950643" y="3398520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JAPANESE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ENCEPHALITIS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185</a:t>
            </a:r>
          </a:p>
        </p:txBody>
      </p:sp>
      <p:sp>
        <p:nvSpPr>
          <p:cNvPr id="93" name="Freeform 8"/>
          <p:cNvSpPr>
            <a:spLocks noChangeAspect="1"/>
          </p:cNvSpPr>
          <p:nvPr userDrawn="1"/>
        </p:nvSpPr>
        <p:spPr bwMode="auto">
          <a:xfrm>
            <a:off x="7869403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41B6E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4" name="Rectangle 93"/>
          <p:cNvSpPr/>
          <p:nvPr userDrawn="1"/>
        </p:nvSpPr>
        <p:spPr>
          <a:xfrm>
            <a:off x="836260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65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182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230</a:t>
            </a:r>
          </a:p>
        </p:txBody>
      </p:sp>
      <p:sp>
        <p:nvSpPr>
          <p:cNvPr id="91" name="Freeform 8"/>
          <p:cNvSpPr>
            <a:spLocks noChangeAspect="1"/>
          </p:cNvSpPr>
          <p:nvPr userDrawn="1"/>
        </p:nvSpPr>
        <p:spPr bwMode="auto">
          <a:xfrm>
            <a:off x="949311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7A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92" name="Rectangle 91"/>
          <p:cNvSpPr/>
          <p:nvPr userDrawn="1"/>
        </p:nvSpPr>
        <p:spPr>
          <a:xfrm>
            <a:off x="9986323" y="3398520"/>
            <a:ext cx="910211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2</a:t>
            </a:r>
            <a:r>
              <a:rPr lang="en-US" sz="933" b="1" baseline="30000" noProof="0">
                <a:solidFill>
                  <a:schemeClr val="tx1"/>
                </a:solidFill>
              </a:rPr>
              <a:t>ND</a:t>
            </a:r>
            <a:r>
              <a:rPr lang="en-US" sz="933" b="1" noProof="0">
                <a:solidFill>
                  <a:schemeClr val="tx1"/>
                </a:solidFill>
              </a:rPr>
              <a:t> DOSE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169</a:t>
            </a:r>
          </a:p>
        </p:txBody>
      </p:sp>
      <p:sp>
        <p:nvSpPr>
          <p:cNvPr id="110" name="Freeform 8"/>
          <p:cNvSpPr>
            <a:spLocks noChangeAspect="1"/>
          </p:cNvSpPr>
          <p:nvPr userDrawn="1"/>
        </p:nvSpPr>
        <p:spPr bwMode="auto">
          <a:xfrm>
            <a:off x="5012245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33A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11" name="Rectangle 110"/>
          <p:cNvSpPr/>
          <p:nvPr userDrawn="1"/>
        </p:nvSpPr>
        <p:spPr>
          <a:xfrm>
            <a:off x="5505450" y="4242296"/>
            <a:ext cx="73423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PNEUMO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160</a:t>
            </a:r>
          </a:p>
        </p:txBody>
      </p:sp>
      <p:sp>
        <p:nvSpPr>
          <p:cNvPr id="108" name="Freeform 8"/>
          <p:cNvSpPr>
            <a:spLocks noChangeAspect="1"/>
          </p:cNvSpPr>
          <p:nvPr userDrawn="1"/>
        </p:nvSpPr>
        <p:spPr bwMode="auto">
          <a:xfrm>
            <a:off x="645743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860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9" name="Rectangle 108"/>
          <p:cNvSpPr/>
          <p:nvPr userDrawn="1"/>
        </p:nvSpPr>
        <p:spPr>
          <a:xfrm>
            <a:off x="6950643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ROTAVIRUS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96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24</a:t>
            </a:r>
          </a:p>
        </p:txBody>
      </p:sp>
      <p:sp>
        <p:nvSpPr>
          <p:cNvPr id="106" name="Freeform 8"/>
          <p:cNvSpPr>
            <a:spLocks noChangeAspect="1"/>
          </p:cNvSpPr>
          <p:nvPr userDrawn="1"/>
        </p:nvSpPr>
        <p:spPr bwMode="auto">
          <a:xfrm>
            <a:off x="7869403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EAAA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7" name="Rectangle 106"/>
          <p:cNvSpPr/>
          <p:nvPr userDrawn="1"/>
        </p:nvSpPr>
        <p:spPr>
          <a:xfrm>
            <a:off x="8362608" y="4242296"/>
            <a:ext cx="99775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YELLOW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FEVER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234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170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0</a:t>
            </a:r>
          </a:p>
        </p:txBody>
      </p:sp>
      <p:sp>
        <p:nvSpPr>
          <p:cNvPr id="104" name="Freeform 8"/>
          <p:cNvSpPr>
            <a:spLocks noChangeAspect="1"/>
          </p:cNvSpPr>
          <p:nvPr userDrawn="1"/>
        </p:nvSpPr>
        <p:spPr bwMode="auto">
          <a:xfrm>
            <a:off x="949311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7D7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05" name="Rectangle 104"/>
          <p:cNvSpPr/>
          <p:nvPr userDrawn="1"/>
        </p:nvSpPr>
        <p:spPr>
          <a:xfrm>
            <a:off x="9986323" y="4242296"/>
            <a:ext cx="766195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TYPHOÏD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125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112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97</a:t>
            </a:r>
          </a:p>
        </p:txBody>
      </p:sp>
      <p:sp>
        <p:nvSpPr>
          <p:cNvPr id="123" name="Freeform 8"/>
          <p:cNvSpPr>
            <a:spLocks noChangeAspect="1"/>
          </p:cNvSpPr>
          <p:nvPr userDrawn="1"/>
        </p:nvSpPr>
        <p:spPr bwMode="auto">
          <a:xfrm>
            <a:off x="672000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F5C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4" name="Rectangle 123"/>
          <p:cNvSpPr/>
          <p:nvPr userDrawn="1"/>
        </p:nvSpPr>
        <p:spPr>
          <a:xfrm>
            <a:off x="1165206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CHOLERA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175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92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55</a:t>
            </a:r>
          </a:p>
        </p:txBody>
      </p:sp>
      <p:sp>
        <p:nvSpPr>
          <p:cNvPr id="121" name="Freeform 8"/>
          <p:cNvSpPr>
            <a:spLocks noChangeAspect="1"/>
          </p:cNvSpPr>
          <p:nvPr userDrawn="1"/>
        </p:nvSpPr>
        <p:spPr bwMode="auto">
          <a:xfrm>
            <a:off x="2117192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D500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2" name="Rectangle 121"/>
          <p:cNvSpPr/>
          <p:nvPr userDrawn="1"/>
        </p:nvSpPr>
        <p:spPr>
          <a:xfrm>
            <a:off x="2610398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HEPB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213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50</a:t>
            </a:r>
          </a:p>
        </p:txBody>
      </p:sp>
      <p:sp>
        <p:nvSpPr>
          <p:cNvPr id="119" name="Freeform 8"/>
          <p:cNvSpPr>
            <a:spLocks noChangeAspect="1"/>
          </p:cNvSpPr>
          <p:nvPr userDrawn="1"/>
        </p:nvSpPr>
        <p:spPr bwMode="auto">
          <a:xfrm>
            <a:off x="3529157" y="3401125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F59B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0" name="Rectangle 119"/>
          <p:cNvSpPr/>
          <p:nvPr userDrawn="1"/>
        </p:nvSpPr>
        <p:spPr>
          <a:xfrm>
            <a:off x="4022363" y="3398520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HPV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245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187</a:t>
            </a:r>
          </a:p>
        </p:txBody>
      </p:sp>
      <p:sp>
        <p:nvSpPr>
          <p:cNvPr id="126" name="Freeform 8"/>
          <p:cNvSpPr>
            <a:spLocks noChangeAspect="1"/>
          </p:cNvSpPr>
          <p:nvPr userDrawn="1"/>
        </p:nvSpPr>
        <p:spPr bwMode="auto">
          <a:xfrm>
            <a:off x="5012245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463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27" name="Rectangle 126"/>
          <p:cNvSpPr/>
          <p:nvPr userDrawn="1"/>
        </p:nvSpPr>
        <p:spPr>
          <a:xfrm>
            <a:off x="5505451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RABIES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99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99</a:t>
            </a:r>
          </a:p>
        </p:txBody>
      </p:sp>
      <p:sp>
        <p:nvSpPr>
          <p:cNvPr id="137" name="Freeform 8"/>
          <p:cNvSpPr>
            <a:spLocks noChangeAspect="1"/>
          </p:cNvSpPr>
          <p:nvPr userDrawn="1"/>
        </p:nvSpPr>
        <p:spPr bwMode="auto">
          <a:xfrm>
            <a:off x="672000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5A7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8" name="Rectangle 137"/>
          <p:cNvSpPr/>
          <p:nvPr userDrawn="1"/>
        </p:nvSpPr>
        <p:spPr>
          <a:xfrm>
            <a:off x="1165205" y="4242296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MEASLES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RUBELLA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90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112</a:t>
            </a:r>
          </a:p>
        </p:txBody>
      </p:sp>
      <p:sp>
        <p:nvSpPr>
          <p:cNvPr id="135" name="Freeform 8"/>
          <p:cNvSpPr>
            <a:spLocks noChangeAspect="1"/>
          </p:cNvSpPr>
          <p:nvPr userDrawn="1"/>
        </p:nvSpPr>
        <p:spPr bwMode="auto">
          <a:xfrm>
            <a:off x="2117192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00963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6" name="Rectangle 135"/>
          <p:cNvSpPr/>
          <p:nvPr userDrawn="1"/>
        </p:nvSpPr>
        <p:spPr>
          <a:xfrm>
            <a:off x="2610397" y="4242296"/>
            <a:ext cx="918760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MENINGITIS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57</a:t>
            </a:r>
          </a:p>
        </p:txBody>
      </p:sp>
      <p:sp>
        <p:nvSpPr>
          <p:cNvPr id="133" name="Freeform 8"/>
          <p:cNvSpPr>
            <a:spLocks noChangeAspect="1"/>
          </p:cNvSpPr>
          <p:nvPr userDrawn="1"/>
        </p:nvSpPr>
        <p:spPr bwMode="auto">
          <a:xfrm>
            <a:off x="3529157" y="4244901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6532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34" name="Rectangle 133"/>
          <p:cNvSpPr/>
          <p:nvPr userDrawn="1"/>
        </p:nvSpPr>
        <p:spPr>
          <a:xfrm>
            <a:off x="4022363" y="4242296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PENTA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DTP–HEP-HIB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101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50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121</a:t>
            </a:r>
          </a:p>
        </p:txBody>
      </p:sp>
      <p:sp>
        <p:nvSpPr>
          <p:cNvPr id="149" name="Freeform 8"/>
          <p:cNvSpPr>
            <a:spLocks noChangeAspect="1"/>
          </p:cNvSpPr>
          <p:nvPr userDrawn="1"/>
        </p:nvSpPr>
        <p:spPr bwMode="auto">
          <a:xfrm>
            <a:off x="672000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C6C6C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50" name="Rectangle 149"/>
          <p:cNvSpPr/>
          <p:nvPr userDrawn="1"/>
        </p:nvSpPr>
        <p:spPr>
          <a:xfrm>
            <a:off x="1165205" y="5107517"/>
            <a:ext cx="802336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DENGUE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</a:t>
            </a:r>
            <a:r>
              <a:rPr lang="en-US" sz="933" baseline="0" noProof="0">
                <a:solidFill>
                  <a:schemeClr val="tx1"/>
                </a:solidFill>
              </a:rPr>
              <a:t> </a:t>
            </a:r>
            <a:r>
              <a:rPr lang="en-US" sz="933" noProof="0">
                <a:solidFill>
                  <a:schemeClr val="tx1"/>
                </a:solidFill>
              </a:rPr>
              <a:t>198</a:t>
            </a:r>
          </a:p>
        </p:txBody>
      </p:sp>
      <p:sp>
        <p:nvSpPr>
          <p:cNvPr id="147" name="Freeform 8"/>
          <p:cNvSpPr>
            <a:spLocks noChangeAspect="1"/>
          </p:cNvSpPr>
          <p:nvPr userDrawn="1"/>
        </p:nvSpPr>
        <p:spPr bwMode="auto">
          <a:xfrm>
            <a:off x="2117192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A8A8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8" name="Rectangle 147"/>
          <p:cNvSpPr/>
          <p:nvPr userDrawn="1"/>
        </p:nvSpPr>
        <p:spPr>
          <a:xfrm>
            <a:off x="2610398" y="5107517"/>
            <a:ext cx="590549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MALARIA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168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167</a:t>
            </a:r>
          </a:p>
        </p:txBody>
      </p:sp>
      <p:sp>
        <p:nvSpPr>
          <p:cNvPr id="145" name="Freeform 8"/>
          <p:cNvSpPr>
            <a:spLocks noChangeAspect="1"/>
          </p:cNvSpPr>
          <p:nvPr userDrawn="1"/>
        </p:nvSpPr>
        <p:spPr bwMode="auto">
          <a:xfrm>
            <a:off x="3529157" y="5110123"/>
            <a:ext cx="432000" cy="640595"/>
          </a:xfrm>
          <a:custGeom>
            <a:avLst/>
            <a:gdLst>
              <a:gd name="T0" fmla="*/ 1647 w 2858"/>
              <a:gd name="T1" fmla="*/ 4222 h 4238"/>
              <a:gd name="T2" fmla="*/ 1855 w 2858"/>
              <a:gd name="T3" fmla="*/ 4173 h 4238"/>
              <a:gd name="T4" fmla="*/ 2057 w 2858"/>
              <a:gd name="T5" fmla="*/ 4093 h 4238"/>
              <a:gd name="T6" fmla="*/ 2236 w 2858"/>
              <a:gd name="T7" fmla="*/ 3989 h 4238"/>
              <a:gd name="T8" fmla="*/ 2404 w 2858"/>
              <a:gd name="T9" fmla="*/ 3854 h 4238"/>
              <a:gd name="T10" fmla="*/ 2544 w 2858"/>
              <a:gd name="T11" fmla="*/ 3705 h 4238"/>
              <a:gd name="T12" fmla="*/ 2665 w 2858"/>
              <a:gd name="T13" fmla="*/ 3528 h 4238"/>
              <a:gd name="T14" fmla="*/ 2756 w 2858"/>
              <a:gd name="T15" fmla="*/ 3340 h 4238"/>
              <a:gd name="T16" fmla="*/ 2822 w 2858"/>
              <a:gd name="T17" fmla="*/ 3131 h 4238"/>
              <a:gd name="T18" fmla="*/ 2854 w 2858"/>
              <a:gd name="T19" fmla="*/ 2918 h 4238"/>
              <a:gd name="T20" fmla="*/ 2849 w 2858"/>
              <a:gd name="T21" fmla="*/ 2647 h 4238"/>
              <a:gd name="T22" fmla="*/ 2779 w 2858"/>
              <a:gd name="T23" fmla="*/ 2350 h 4238"/>
              <a:gd name="T24" fmla="*/ 2653 w 2858"/>
              <a:gd name="T25" fmla="*/ 2045 h 4238"/>
              <a:gd name="T26" fmla="*/ 2492 w 2858"/>
              <a:gd name="T27" fmla="*/ 1755 h 4238"/>
              <a:gd name="T28" fmla="*/ 2299 w 2858"/>
              <a:gd name="T29" fmla="*/ 1462 h 4238"/>
              <a:gd name="T30" fmla="*/ 2103 w 2858"/>
              <a:gd name="T31" fmla="*/ 1189 h 4238"/>
              <a:gd name="T32" fmla="*/ 1904 w 2858"/>
              <a:gd name="T33" fmla="*/ 914 h 4238"/>
              <a:gd name="T34" fmla="*/ 1731 w 2858"/>
              <a:gd name="T35" fmla="*/ 663 h 4238"/>
              <a:gd name="T36" fmla="*/ 1586 w 2858"/>
              <a:gd name="T37" fmla="*/ 417 h 4238"/>
              <a:gd name="T38" fmla="*/ 1494 w 2858"/>
              <a:gd name="T39" fmla="*/ 196 h 4238"/>
              <a:gd name="T40" fmla="*/ 1462 w 2858"/>
              <a:gd name="T41" fmla="*/ 1 h 4238"/>
              <a:gd name="T42" fmla="*/ 1459 w 2858"/>
              <a:gd name="T43" fmla="*/ 1 h 4238"/>
              <a:gd name="T44" fmla="*/ 1455 w 2858"/>
              <a:gd name="T45" fmla="*/ 1 h 4238"/>
              <a:gd name="T46" fmla="*/ 1452 w 2858"/>
              <a:gd name="T47" fmla="*/ 1 h 4238"/>
              <a:gd name="T48" fmla="*/ 1449 w 2858"/>
              <a:gd name="T49" fmla="*/ 1 h 4238"/>
              <a:gd name="T50" fmla="*/ 1445 w 2858"/>
              <a:gd name="T51" fmla="*/ 1 h 4238"/>
              <a:gd name="T52" fmla="*/ 1443 w 2858"/>
              <a:gd name="T53" fmla="*/ 1 h 4238"/>
              <a:gd name="T54" fmla="*/ 1440 w 2858"/>
              <a:gd name="T55" fmla="*/ 1 h 4238"/>
              <a:gd name="T56" fmla="*/ 1437 w 2858"/>
              <a:gd name="T57" fmla="*/ 0 h 4238"/>
              <a:gd name="T58" fmla="*/ 1433 w 2858"/>
              <a:gd name="T59" fmla="*/ 0 h 4238"/>
              <a:gd name="T60" fmla="*/ 1430 w 2858"/>
              <a:gd name="T61" fmla="*/ 0 h 4238"/>
              <a:gd name="T62" fmla="*/ 1428 w 2858"/>
              <a:gd name="T63" fmla="*/ 0 h 4238"/>
              <a:gd name="T64" fmla="*/ 1424 w 2858"/>
              <a:gd name="T65" fmla="*/ 0 h 4238"/>
              <a:gd name="T66" fmla="*/ 1421 w 2858"/>
              <a:gd name="T67" fmla="*/ 1 h 4238"/>
              <a:gd name="T68" fmla="*/ 1418 w 2858"/>
              <a:gd name="T69" fmla="*/ 1 h 4238"/>
              <a:gd name="T70" fmla="*/ 1415 w 2858"/>
              <a:gd name="T71" fmla="*/ 1 h 4238"/>
              <a:gd name="T72" fmla="*/ 1411 w 2858"/>
              <a:gd name="T73" fmla="*/ 1 h 4238"/>
              <a:gd name="T74" fmla="*/ 1409 w 2858"/>
              <a:gd name="T75" fmla="*/ 1 h 4238"/>
              <a:gd name="T76" fmla="*/ 1406 w 2858"/>
              <a:gd name="T77" fmla="*/ 1 h 4238"/>
              <a:gd name="T78" fmla="*/ 1403 w 2858"/>
              <a:gd name="T79" fmla="*/ 1 h 4238"/>
              <a:gd name="T80" fmla="*/ 1399 w 2858"/>
              <a:gd name="T81" fmla="*/ 1 h 4238"/>
              <a:gd name="T82" fmla="*/ 1396 w 2858"/>
              <a:gd name="T83" fmla="*/ 34 h 4238"/>
              <a:gd name="T84" fmla="*/ 1347 w 2858"/>
              <a:gd name="T85" fmla="*/ 249 h 4238"/>
              <a:gd name="T86" fmla="*/ 1241 w 2858"/>
              <a:gd name="T87" fmla="*/ 474 h 4238"/>
              <a:gd name="T88" fmla="*/ 1086 w 2858"/>
              <a:gd name="T89" fmla="*/ 724 h 4238"/>
              <a:gd name="T90" fmla="*/ 908 w 2858"/>
              <a:gd name="T91" fmla="*/ 979 h 4238"/>
              <a:gd name="T92" fmla="*/ 706 w 2858"/>
              <a:gd name="T93" fmla="*/ 1255 h 4238"/>
              <a:gd name="T94" fmla="*/ 511 w 2858"/>
              <a:gd name="T95" fmla="*/ 1532 h 4238"/>
              <a:gd name="T96" fmla="*/ 324 w 2858"/>
              <a:gd name="T97" fmla="*/ 1827 h 4238"/>
              <a:gd name="T98" fmla="*/ 171 w 2858"/>
              <a:gd name="T99" fmla="*/ 2117 h 4238"/>
              <a:gd name="T100" fmla="*/ 55 w 2858"/>
              <a:gd name="T101" fmla="*/ 2425 h 4238"/>
              <a:gd name="T102" fmla="*/ 2 w 2858"/>
              <a:gd name="T103" fmla="*/ 2722 h 4238"/>
              <a:gd name="T104" fmla="*/ 9 w 2858"/>
              <a:gd name="T105" fmla="*/ 2972 h 4238"/>
              <a:gd name="T106" fmla="*/ 49 w 2858"/>
              <a:gd name="T107" fmla="*/ 3182 h 4238"/>
              <a:gd name="T108" fmla="*/ 122 w 2858"/>
              <a:gd name="T109" fmla="*/ 3389 h 4238"/>
              <a:gd name="T110" fmla="*/ 220 w 2858"/>
              <a:gd name="T111" fmla="*/ 3571 h 4238"/>
              <a:gd name="T112" fmla="*/ 348 w 2858"/>
              <a:gd name="T113" fmla="*/ 3744 h 4238"/>
              <a:gd name="T114" fmla="*/ 494 w 2858"/>
              <a:gd name="T115" fmla="*/ 3890 h 4238"/>
              <a:gd name="T116" fmla="*/ 665 w 2858"/>
              <a:gd name="T117" fmla="*/ 4018 h 4238"/>
              <a:gd name="T118" fmla="*/ 849 w 2858"/>
              <a:gd name="T119" fmla="*/ 4114 h 4238"/>
              <a:gd name="T120" fmla="*/ 1055 w 2858"/>
              <a:gd name="T121" fmla="*/ 4188 h 4238"/>
              <a:gd name="T122" fmla="*/ 1266 w 2858"/>
              <a:gd name="T123" fmla="*/ 4229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58" h="4238">
                <a:moveTo>
                  <a:pt x="1429" y="4238"/>
                </a:moveTo>
                <a:lnTo>
                  <a:pt x="1429" y="4238"/>
                </a:lnTo>
                <a:lnTo>
                  <a:pt x="1439" y="4238"/>
                </a:lnTo>
                <a:lnTo>
                  <a:pt x="1439" y="4238"/>
                </a:lnTo>
                <a:lnTo>
                  <a:pt x="1448" y="4238"/>
                </a:lnTo>
                <a:lnTo>
                  <a:pt x="1448" y="4238"/>
                </a:lnTo>
                <a:lnTo>
                  <a:pt x="1458" y="4237"/>
                </a:lnTo>
                <a:lnTo>
                  <a:pt x="1458" y="4237"/>
                </a:lnTo>
                <a:lnTo>
                  <a:pt x="1466" y="4237"/>
                </a:lnTo>
                <a:lnTo>
                  <a:pt x="1466" y="4237"/>
                </a:lnTo>
                <a:lnTo>
                  <a:pt x="1475" y="4237"/>
                </a:lnTo>
                <a:lnTo>
                  <a:pt x="1475" y="4237"/>
                </a:lnTo>
                <a:lnTo>
                  <a:pt x="1485" y="4237"/>
                </a:lnTo>
                <a:lnTo>
                  <a:pt x="1485" y="4237"/>
                </a:lnTo>
                <a:lnTo>
                  <a:pt x="1494" y="4237"/>
                </a:lnTo>
                <a:lnTo>
                  <a:pt x="1494" y="4237"/>
                </a:lnTo>
                <a:lnTo>
                  <a:pt x="1503" y="4236"/>
                </a:lnTo>
                <a:lnTo>
                  <a:pt x="1503" y="4236"/>
                </a:lnTo>
                <a:lnTo>
                  <a:pt x="1512" y="4236"/>
                </a:lnTo>
                <a:lnTo>
                  <a:pt x="1512" y="4236"/>
                </a:lnTo>
                <a:lnTo>
                  <a:pt x="1522" y="4236"/>
                </a:lnTo>
                <a:lnTo>
                  <a:pt x="1522" y="4236"/>
                </a:lnTo>
                <a:lnTo>
                  <a:pt x="1530" y="4234"/>
                </a:lnTo>
                <a:lnTo>
                  <a:pt x="1530" y="4234"/>
                </a:lnTo>
                <a:lnTo>
                  <a:pt x="1539" y="4234"/>
                </a:lnTo>
                <a:lnTo>
                  <a:pt x="1539" y="4234"/>
                </a:lnTo>
                <a:lnTo>
                  <a:pt x="1549" y="4233"/>
                </a:lnTo>
                <a:lnTo>
                  <a:pt x="1549" y="4233"/>
                </a:lnTo>
                <a:lnTo>
                  <a:pt x="1557" y="4233"/>
                </a:lnTo>
                <a:lnTo>
                  <a:pt x="1557" y="4233"/>
                </a:lnTo>
                <a:lnTo>
                  <a:pt x="1566" y="4232"/>
                </a:lnTo>
                <a:lnTo>
                  <a:pt x="1566" y="4232"/>
                </a:lnTo>
                <a:lnTo>
                  <a:pt x="1576" y="4230"/>
                </a:lnTo>
                <a:lnTo>
                  <a:pt x="1576" y="4230"/>
                </a:lnTo>
                <a:lnTo>
                  <a:pt x="1584" y="4230"/>
                </a:lnTo>
                <a:lnTo>
                  <a:pt x="1584" y="4230"/>
                </a:lnTo>
                <a:lnTo>
                  <a:pt x="1594" y="4229"/>
                </a:lnTo>
                <a:lnTo>
                  <a:pt x="1594" y="4229"/>
                </a:lnTo>
                <a:lnTo>
                  <a:pt x="1602" y="4227"/>
                </a:lnTo>
                <a:lnTo>
                  <a:pt x="1602" y="4227"/>
                </a:lnTo>
                <a:lnTo>
                  <a:pt x="1611" y="4226"/>
                </a:lnTo>
                <a:lnTo>
                  <a:pt x="1611" y="4226"/>
                </a:lnTo>
                <a:lnTo>
                  <a:pt x="1621" y="4225"/>
                </a:lnTo>
                <a:lnTo>
                  <a:pt x="1621" y="4225"/>
                </a:lnTo>
                <a:lnTo>
                  <a:pt x="1629" y="4223"/>
                </a:lnTo>
                <a:lnTo>
                  <a:pt x="1629" y="4223"/>
                </a:lnTo>
                <a:lnTo>
                  <a:pt x="1639" y="4223"/>
                </a:lnTo>
                <a:lnTo>
                  <a:pt x="1639" y="4223"/>
                </a:lnTo>
                <a:lnTo>
                  <a:pt x="1647" y="4222"/>
                </a:lnTo>
                <a:lnTo>
                  <a:pt x="1647" y="4222"/>
                </a:lnTo>
                <a:lnTo>
                  <a:pt x="1656" y="4221"/>
                </a:lnTo>
                <a:lnTo>
                  <a:pt x="1656" y="4221"/>
                </a:lnTo>
                <a:lnTo>
                  <a:pt x="1665" y="4218"/>
                </a:lnTo>
                <a:lnTo>
                  <a:pt x="1665" y="4218"/>
                </a:lnTo>
                <a:lnTo>
                  <a:pt x="1674" y="4217"/>
                </a:lnTo>
                <a:lnTo>
                  <a:pt x="1674" y="4217"/>
                </a:lnTo>
                <a:lnTo>
                  <a:pt x="1682" y="4215"/>
                </a:lnTo>
                <a:lnTo>
                  <a:pt x="1682" y="4215"/>
                </a:lnTo>
                <a:lnTo>
                  <a:pt x="1692" y="4214"/>
                </a:lnTo>
                <a:lnTo>
                  <a:pt x="1692" y="4214"/>
                </a:lnTo>
                <a:lnTo>
                  <a:pt x="1700" y="4212"/>
                </a:lnTo>
                <a:lnTo>
                  <a:pt x="1700" y="4212"/>
                </a:lnTo>
                <a:lnTo>
                  <a:pt x="1708" y="4211"/>
                </a:lnTo>
                <a:lnTo>
                  <a:pt x="1708" y="4211"/>
                </a:lnTo>
                <a:lnTo>
                  <a:pt x="1718" y="4208"/>
                </a:lnTo>
                <a:lnTo>
                  <a:pt x="1718" y="4208"/>
                </a:lnTo>
                <a:lnTo>
                  <a:pt x="1726" y="4207"/>
                </a:lnTo>
                <a:lnTo>
                  <a:pt x="1726" y="4207"/>
                </a:lnTo>
                <a:lnTo>
                  <a:pt x="1735" y="4206"/>
                </a:lnTo>
                <a:lnTo>
                  <a:pt x="1735" y="4206"/>
                </a:lnTo>
                <a:lnTo>
                  <a:pt x="1743" y="4203"/>
                </a:lnTo>
                <a:lnTo>
                  <a:pt x="1743" y="4203"/>
                </a:lnTo>
                <a:lnTo>
                  <a:pt x="1752" y="4202"/>
                </a:lnTo>
                <a:lnTo>
                  <a:pt x="1752" y="4202"/>
                </a:lnTo>
                <a:lnTo>
                  <a:pt x="1761" y="4199"/>
                </a:lnTo>
                <a:lnTo>
                  <a:pt x="1761" y="4199"/>
                </a:lnTo>
                <a:lnTo>
                  <a:pt x="1769" y="4197"/>
                </a:lnTo>
                <a:lnTo>
                  <a:pt x="1769" y="4197"/>
                </a:lnTo>
                <a:lnTo>
                  <a:pt x="1777" y="4195"/>
                </a:lnTo>
                <a:lnTo>
                  <a:pt x="1777" y="4195"/>
                </a:lnTo>
                <a:lnTo>
                  <a:pt x="1787" y="4193"/>
                </a:lnTo>
                <a:lnTo>
                  <a:pt x="1787" y="4193"/>
                </a:lnTo>
                <a:lnTo>
                  <a:pt x="1795" y="4191"/>
                </a:lnTo>
                <a:lnTo>
                  <a:pt x="1795" y="4191"/>
                </a:lnTo>
                <a:lnTo>
                  <a:pt x="1803" y="4188"/>
                </a:lnTo>
                <a:lnTo>
                  <a:pt x="1803" y="4188"/>
                </a:lnTo>
                <a:lnTo>
                  <a:pt x="1813" y="4187"/>
                </a:lnTo>
                <a:lnTo>
                  <a:pt x="1813" y="4187"/>
                </a:lnTo>
                <a:lnTo>
                  <a:pt x="1821" y="4184"/>
                </a:lnTo>
                <a:lnTo>
                  <a:pt x="1821" y="4184"/>
                </a:lnTo>
                <a:lnTo>
                  <a:pt x="1829" y="4181"/>
                </a:lnTo>
                <a:lnTo>
                  <a:pt x="1829" y="4181"/>
                </a:lnTo>
                <a:lnTo>
                  <a:pt x="1837" y="4178"/>
                </a:lnTo>
                <a:lnTo>
                  <a:pt x="1837" y="4178"/>
                </a:lnTo>
                <a:lnTo>
                  <a:pt x="1846" y="4176"/>
                </a:lnTo>
                <a:lnTo>
                  <a:pt x="1846" y="4176"/>
                </a:lnTo>
                <a:lnTo>
                  <a:pt x="1855" y="4173"/>
                </a:lnTo>
                <a:lnTo>
                  <a:pt x="1855" y="4173"/>
                </a:lnTo>
                <a:lnTo>
                  <a:pt x="1863" y="4172"/>
                </a:lnTo>
                <a:lnTo>
                  <a:pt x="1863" y="4172"/>
                </a:lnTo>
                <a:lnTo>
                  <a:pt x="1871" y="4169"/>
                </a:lnTo>
                <a:lnTo>
                  <a:pt x="1871" y="4169"/>
                </a:lnTo>
                <a:lnTo>
                  <a:pt x="1880" y="4166"/>
                </a:lnTo>
                <a:lnTo>
                  <a:pt x="1880" y="4166"/>
                </a:lnTo>
                <a:lnTo>
                  <a:pt x="1888" y="4162"/>
                </a:lnTo>
                <a:lnTo>
                  <a:pt x="1888" y="4162"/>
                </a:lnTo>
                <a:lnTo>
                  <a:pt x="1896" y="4159"/>
                </a:lnTo>
                <a:lnTo>
                  <a:pt x="1896" y="4159"/>
                </a:lnTo>
                <a:lnTo>
                  <a:pt x="1904" y="4157"/>
                </a:lnTo>
                <a:lnTo>
                  <a:pt x="1904" y="4157"/>
                </a:lnTo>
                <a:lnTo>
                  <a:pt x="1912" y="4154"/>
                </a:lnTo>
                <a:lnTo>
                  <a:pt x="1912" y="4154"/>
                </a:lnTo>
                <a:lnTo>
                  <a:pt x="1920" y="4151"/>
                </a:lnTo>
                <a:lnTo>
                  <a:pt x="1920" y="4151"/>
                </a:lnTo>
                <a:lnTo>
                  <a:pt x="1929" y="4148"/>
                </a:lnTo>
                <a:lnTo>
                  <a:pt x="1929" y="4148"/>
                </a:lnTo>
                <a:lnTo>
                  <a:pt x="1937" y="4144"/>
                </a:lnTo>
                <a:lnTo>
                  <a:pt x="1937" y="4144"/>
                </a:lnTo>
                <a:lnTo>
                  <a:pt x="1945" y="4142"/>
                </a:lnTo>
                <a:lnTo>
                  <a:pt x="1945" y="4142"/>
                </a:lnTo>
                <a:lnTo>
                  <a:pt x="1953" y="4139"/>
                </a:lnTo>
                <a:lnTo>
                  <a:pt x="1953" y="4139"/>
                </a:lnTo>
                <a:lnTo>
                  <a:pt x="1961" y="4135"/>
                </a:lnTo>
                <a:lnTo>
                  <a:pt x="1961" y="4135"/>
                </a:lnTo>
                <a:lnTo>
                  <a:pt x="1969" y="4132"/>
                </a:lnTo>
                <a:lnTo>
                  <a:pt x="1969" y="4132"/>
                </a:lnTo>
                <a:lnTo>
                  <a:pt x="1978" y="4129"/>
                </a:lnTo>
                <a:lnTo>
                  <a:pt x="1978" y="4129"/>
                </a:lnTo>
                <a:lnTo>
                  <a:pt x="1986" y="4125"/>
                </a:lnTo>
                <a:lnTo>
                  <a:pt x="1986" y="4125"/>
                </a:lnTo>
                <a:lnTo>
                  <a:pt x="1994" y="4123"/>
                </a:lnTo>
                <a:lnTo>
                  <a:pt x="1994" y="4123"/>
                </a:lnTo>
                <a:lnTo>
                  <a:pt x="2002" y="4118"/>
                </a:lnTo>
                <a:lnTo>
                  <a:pt x="2002" y="4118"/>
                </a:lnTo>
                <a:lnTo>
                  <a:pt x="2010" y="4114"/>
                </a:lnTo>
                <a:lnTo>
                  <a:pt x="2010" y="4114"/>
                </a:lnTo>
                <a:lnTo>
                  <a:pt x="2017" y="4112"/>
                </a:lnTo>
                <a:lnTo>
                  <a:pt x="2017" y="4112"/>
                </a:lnTo>
                <a:lnTo>
                  <a:pt x="2025" y="4108"/>
                </a:lnTo>
                <a:lnTo>
                  <a:pt x="2025" y="4108"/>
                </a:lnTo>
                <a:lnTo>
                  <a:pt x="2033" y="4105"/>
                </a:lnTo>
                <a:lnTo>
                  <a:pt x="2033" y="4105"/>
                </a:lnTo>
                <a:lnTo>
                  <a:pt x="2042" y="4101"/>
                </a:lnTo>
                <a:lnTo>
                  <a:pt x="2042" y="4101"/>
                </a:lnTo>
                <a:lnTo>
                  <a:pt x="2050" y="4097"/>
                </a:lnTo>
                <a:lnTo>
                  <a:pt x="2050" y="4097"/>
                </a:lnTo>
                <a:lnTo>
                  <a:pt x="2057" y="4093"/>
                </a:lnTo>
                <a:lnTo>
                  <a:pt x="2057" y="4093"/>
                </a:lnTo>
                <a:lnTo>
                  <a:pt x="2065" y="4089"/>
                </a:lnTo>
                <a:lnTo>
                  <a:pt x="2065" y="4089"/>
                </a:lnTo>
                <a:lnTo>
                  <a:pt x="2073" y="4086"/>
                </a:lnTo>
                <a:lnTo>
                  <a:pt x="2073" y="4086"/>
                </a:lnTo>
                <a:lnTo>
                  <a:pt x="2080" y="4082"/>
                </a:lnTo>
                <a:lnTo>
                  <a:pt x="2080" y="4082"/>
                </a:lnTo>
                <a:lnTo>
                  <a:pt x="2088" y="4078"/>
                </a:lnTo>
                <a:lnTo>
                  <a:pt x="2088" y="4078"/>
                </a:lnTo>
                <a:lnTo>
                  <a:pt x="2096" y="4074"/>
                </a:lnTo>
                <a:lnTo>
                  <a:pt x="2096" y="4074"/>
                </a:lnTo>
                <a:lnTo>
                  <a:pt x="2103" y="4069"/>
                </a:lnTo>
                <a:lnTo>
                  <a:pt x="2103" y="4069"/>
                </a:lnTo>
                <a:lnTo>
                  <a:pt x="2111" y="4065"/>
                </a:lnTo>
                <a:lnTo>
                  <a:pt x="2111" y="4065"/>
                </a:lnTo>
                <a:lnTo>
                  <a:pt x="2118" y="4061"/>
                </a:lnTo>
                <a:lnTo>
                  <a:pt x="2118" y="4061"/>
                </a:lnTo>
                <a:lnTo>
                  <a:pt x="2126" y="4057"/>
                </a:lnTo>
                <a:lnTo>
                  <a:pt x="2126" y="4057"/>
                </a:lnTo>
                <a:lnTo>
                  <a:pt x="2133" y="4053"/>
                </a:lnTo>
                <a:lnTo>
                  <a:pt x="2133" y="4053"/>
                </a:lnTo>
                <a:lnTo>
                  <a:pt x="2141" y="4049"/>
                </a:lnTo>
                <a:lnTo>
                  <a:pt x="2141" y="4049"/>
                </a:lnTo>
                <a:lnTo>
                  <a:pt x="2148" y="4044"/>
                </a:lnTo>
                <a:lnTo>
                  <a:pt x="2148" y="4044"/>
                </a:lnTo>
                <a:lnTo>
                  <a:pt x="2156" y="4040"/>
                </a:lnTo>
                <a:lnTo>
                  <a:pt x="2156" y="4040"/>
                </a:lnTo>
                <a:lnTo>
                  <a:pt x="2163" y="4035"/>
                </a:lnTo>
                <a:lnTo>
                  <a:pt x="2163" y="4035"/>
                </a:lnTo>
                <a:lnTo>
                  <a:pt x="2171" y="4031"/>
                </a:lnTo>
                <a:lnTo>
                  <a:pt x="2171" y="4031"/>
                </a:lnTo>
                <a:lnTo>
                  <a:pt x="2178" y="4026"/>
                </a:lnTo>
                <a:lnTo>
                  <a:pt x="2178" y="4026"/>
                </a:lnTo>
                <a:lnTo>
                  <a:pt x="2186" y="4022"/>
                </a:lnTo>
                <a:lnTo>
                  <a:pt x="2186" y="4022"/>
                </a:lnTo>
                <a:lnTo>
                  <a:pt x="2193" y="4018"/>
                </a:lnTo>
                <a:lnTo>
                  <a:pt x="2193" y="4018"/>
                </a:lnTo>
                <a:lnTo>
                  <a:pt x="2199" y="4012"/>
                </a:lnTo>
                <a:lnTo>
                  <a:pt x="2199" y="4012"/>
                </a:lnTo>
                <a:lnTo>
                  <a:pt x="2208" y="4008"/>
                </a:lnTo>
                <a:lnTo>
                  <a:pt x="2208" y="4008"/>
                </a:lnTo>
                <a:lnTo>
                  <a:pt x="2214" y="4003"/>
                </a:lnTo>
                <a:lnTo>
                  <a:pt x="2214" y="4003"/>
                </a:lnTo>
                <a:lnTo>
                  <a:pt x="2221" y="3999"/>
                </a:lnTo>
                <a:lnTo>
                  <a:pt x="2221" y="3999"/>
                </a:lnTo>
                <a:lnTo>
                  <a:pt x="2228" y="3993"/>
                </a:lnTo>
                <a:lnTo>
                  <a:pt x="2228" y="3993"/>
                </a:lnTo>
                <a:lnTo>
                  <a:pt x="2236" y="3989"/>
                </a:lnTo>
                <a:lnTo>
                  <a:pt x="2236" y="3989"/>
                </a:lnTo>
                <a:lnTo>
                  <a:pt x="2243" y="3984"/>
                </a:lnTo>
                <a:lnTo>
                  <a:pt x="2243" y="3984"/>
                </a:lnTo>
                <a:lnTo>
                  <a:pt x="2250" y="3980"/>
                </a:lnTo>
                <a:lnTo>
                  <a:pt x="2250" y="3980"/>
                </a:lnTo>
                <a:lnTo>
                  <a:pt x="2257" y="3974"/>
                </a:lnTo>
                <a:lnTo>
                  <a:pt x="2257" y="3974"/>
                </a:lnTo>
                <a:lnTo>
                  <a:pt x="2263" y="3969"/>
                </a:lnTo>
                <a:lnTo>
                  <a:pt x="2263" y="3969"/>
                </a:lnTo>
                <a:lnTo>
                  <a:pt x="2270" y="3963"/>
                </a:lnTo>
                <a:lnTo>
                  <a:pt x="2270" y="3963"/>
                </a:lnTo>
                <a:lnTo>
                  <a:pt x="2278" y="3959"/>
                </a:lnTo>
                <a:lnTo>
                  <a:pt x="2278" y="3959"/>
                </a:lnTo>
                <a:lnTo>
                  <a:pt x="2285" y="3954"/>
                </a:lnTo>
                <a:lnTo>
                  <a:pt x="2285" y="3954"/>
                </a:lnTo>
                <a:lnTo>
                  <a:pt x="2292" y="3948"/>
                </a:lnTo>
                <a:lnTo>
                  <a:pt x="2292" y="3948"/>
                </a:lnTo>
                <a:lnTo>
                  <a:pt x="2299" y="3943"/>
                </a:lnTo>
                <a:lnTo>
                  <a:pt x="2299" y="3943"/>
                </a:lnTo>
                <a:lnTo>
                  <a:pt x="2306" y="3939"/>
                </a:lnTo>
                <a:lnTo>
                  <a:pt x="2306" y="3939"/>
                </a:lnTo>
                <a:lnTo>
                  <a:pt x="2312" y="3933"/>
                </a:lnTo>
                <a:lnTo>
                  <a:pt x="2312" y="3933"/>
                </a:lnTo>
                <a:lnTo>
                  <a:pt x="2319" y="3928"/>
                </a:lnTo>
                <a:lnTo>
                  <a:pt x="2319" y="3928"/>
                </a:lnTo>
                <a:lnTo>
                  <a:pt x="2325" y="3922"/>
                </a:lnTo>
                <a:lnTo>
                  <a:pt x="2325" y="3922"/>
                </a:lnTo>
                <a:lnTo>
                  <a:pt x="2332" y="3917"/>
                </a:lnTo>
                <a:lnTo>
                  <a:pt x="2332" y="3917"/>
                </a:lnTo>
                <a:lnTo>
                  <a:pt x="2338" y="3912"/>
                </a:lnTo>
                <a:lnTo>
                  <a:pt x="2338" y="3912"/>
                </a:lnTo>
                <a:lnTo>
                  <a:pt x="2345" y="3906"/>
                </a:lnTo>
                <a:lnTo>
                  <a:pt x="2345" y="3906"/>
                </a:lnTo>
                <a:lnTo>
                  <a:pt x="2352" y="3901"/>
                </a:lnTo>
                <a:lnTo>
                  <a:pt x="2352" y="3901"/>
                </a:lnTo>
                <a:lnTo>
                  <a:pt x="2359" y="3895"/>
                </a:lnTo>
                <a:lnTo>
                  <a:pt x="2359" y="3895"/>
                </a:lnTo>
                <a:lnTo>
                  <a:pt x="2364" y="3890"/>
                </a:lnTo>
                <a:lnTo>
                  <a:pt x="2364" y="3890"/>
                </a:lnTo>
                <a:lnTo>
                  <a:pt x="2371" y="3883"/>
                </a:lnTo>
                <a:lnTo>
                  <a:pt x="2371" y="3883"/>
                </a:lnTo>
                <a:lnTo>
                  <a:pt x="2378" y="3878"/>
                </a:lnTo>
                <a:lnTo>
                  <a:pt x="2378" y="3878"/>
                </a:lnTo>
                <a:lnTo>
                  <a:pt x="2385" y="3872"/>
                </a:lnTo>
                <a:lnTo>
                  <a:pt x="2385" y="3872"/>
                </a:lnTo>
                <a:lnTo>
                  <a:pt x="2390" y="3867"/>
                </a:lnTo>
                <a:lnTo>
                  <a:pt x="2390" y="3867"/>
                </a:lnTo>
                <a:lnTo>
                  <a:pt x="2397" y="3861"/>
                </a:lnTo>
                <a:lnTo>
                  <a:pt x="2397" y="3861"/>
                </a:lnTo>
                <a:lnTo>
                  <a:pt x="2404" y="3854"/>
                </a:lnTo>
                <a:lnTo>
                  <a:pt x="2404" y="3854"/>
                </a:lnTo>
                <a:lnTo>
                  <a:pt x="2409" y="3849"/>
                </a:lnTo>
                <a:lnTo>
                  <a:pt x="2409" y="3849"/>
                </a:lnTo>
                <a:lnTo>
                  <a:pt x="2416" y="3843"/>
                </a:lnTo>
                <a:lnTo>
                  <a:pt x="2416" y="3843"/>
                </a:lnTo>
                <a:lnTo>
                  <a:pt x="2421" y="3837"/>
                </a:lnTo>
                <a:lnTo>
                  <a:pt x="2421" y="3837"/>
                </a:lnTo>
                <a:lnTo>
                  <a:pt x="2428" y="3831"/>
                </a:lnTo>
                <a:lnTo>
                  <a:pt x="2428" y="3831"/>
                </a:lnTo>
                <a:lnTo>
                  <a:pt x="2434" y="3824"/>
                </a:lnTo>
                <a:lnTo>
                  <a:pt x="2434" y="3824"/>
                </a:lnTo>
                <a:lnTo>
                  <a:pt x="2440" y="3819"/>
                </a:lnTo>
                <a:lnTo>
                  <a:pt x="2440" y="3819"/>
                </a:lnTo>
                <a:lnTo>
                  <a:pt x="2446" y="3814"/>
                </a:lnTo>
                <a:lnTo>
                  <a:pt x="2446" y="3814"/>
                </a:lnTo>
                <a:lnTo>
                  <a:pt x="2453" y="3807"/>
                </a:lnTo>
                <a:lnTo>
                  <a:pt x="2453" y="3807"/>
                </a:lnTo>
                <a:lnTo>
                  <a:pt x="2458" y="3801"/>
                </a:lnTo>
                <a:lnTo>
                  <a:pt x="2458" y="3801"/>
                </a:lnTo>
                <a:lnTo>
                  <a:pt x="2464" y="3794"/>
                </a:lnTo>
                <a:lnTo>
                  <a:pt x="2464" y="3794"/>
                </a:lnTo>
                <a:lnTo>
                  <a:pt x="2470" y="3788"/>
                </a:lnTo>
                <a:lnTo>
                  <a:pt x="2470" y="3788"/>
                </a:lnTo>
                <a:lnTo>
                  <a:pt x="2476" y="3782"/>
                </a:lnTo>
                <a:lnTo>
                  <a:pt x="2476" y="3782"/>
                </a:lnTo>
                <a:lnTo>
                  <a:pt x="2481" y="3775"/>
                </a:lnTo>
                <a:lnTo>
                  <a:pt x="2481" y="3775"/>
                </a:lnTo>
                <a:lnTo>
                  <a:pt x="2488" y="3770"/>
                </a:lnTo>
                <a:lnTo>
                  <a:pt x="2488" y="3770"/>
                </a:lnTo>
                <a:lnTo>
                  <a:pt x="2494" y="3763"/>
                </a:lnTo>
                <a:lnTo>
                  <a:pt x="2494" y="3763"/>
                </a:lnTo>
                <a:lnTo>
                  <a:pt x="2499" y="3756"/>
                </a:lnTo>
                <a:lnTo>
                  <a:pt x="2499" y="3756"/>
                </a:lnTo>
                <a:lnTo>
                  <a:pt x="2504" y="3750"/>
                </a:lnTo>
                <a:lnTo>
                  <a:pt x="2504" y="3750"/>
                </a:lnTo>
                <a:lnTo>
                  <a:pt x="2510" y="3744"/>
                </a:lnTo>
                <a:lnTo>
                  <a:pt x="2510" y="3744"/>
                </a:lnTo>
                <a:lnTo>
                  <a:pt x="2515" y="3737"/>
                </a:lnTo>
                <a:lnTo>
                  <a:pt x="2515" y="3737"/>
                </a:lnTo>
                <a:lnTo>
                  <a:pt x="2521" y="3730"/>
                </a:lnTo>
                <a:lnTo>
                  <a:pt x="2521" y="3730"/>
                </a:lnTo>
                <a:lnTo>
                  <a:pt x="2528" y="3724"/>
                </a:lnTo>
                <a:lnTo>
                  <a:pt x="2528" y="3724"/>
                </a:lnTo>
                <a:lnTo>
                  <a:pt x="2533" y="3717"/>
                </a:lnTo>
                <a:lnTo>
                  <a:pt x="2533" y="3717"/>
                </a:lnTo>
                <a:lnTo>
                  <a:pt x="2538" y="3711"/>
                </a:lnTo>
                <a:lnTo>
                  <a:pt x="2538" y="3711"/>
                </a:lnTo>
                <a:lnTo>
                  <a:pt x="2544" y="3705"/>
                </a:lnTo>
                <a:lnTo>
                  <a:pt x="2544" y="3705"/>
                </a:lnTo>
                <a:lnTo>
                  <a:pt x="2548" y="3698"/>
                </a:lnTo>
                <a:lnTo>
                  <a:pt x="2548" y="3698"/>
                </a:lnTo>
                <a:lnTo>
                  <a:pt x="2553" y="3691"/>
                </a:lnTo>
                <a:lnTo>
                  <a:pt x="2553" y="3691"/>
                </a:lnTo>
                <a:lnTo>
                  <a:pt x="2559" y="3684"/>
                </a:lnTo>
                <a:lnTo>
                  <a:pt x="2559" y="3684"/>
                </a:lnTo>
                <a:lnTo>
                  <a:pt x="2564" y="3677"/>
                </a:lnTo>
                <a:lnTo>
                  <a:pt x="2564" y="3677"/>
                </a:lnTo>
                <a:lnTo>
                  <a:pt x="2570" y="3671"/>
                </a:lnTo>
                <a:lnTo>
                  <a:pt x="2570" y="3671"/>
                </a:lnTo>
                <a:lnTo>
                  <a:pt x="2575" y="3664"/>
                </a:lnTo>
                <a:lnTo>
                  <a:pt x="2575" y="3664"/>
                </a:lnTo>
                <a:lnTo>
                  <a:pt x="2581" y="3657"/>
                </a:lnTo>
                <a:lnTo>
                  <a:pt x="2581" y="3657"/>
                </a:lnTo>
                <a:lnTo>
                  <a:pt x="2585" y="3650"/>
                </a:lnTo>
                <a:lnTo>
                  <a:pt x="2585" y="3650"/>
                </a:lnTo>
                <a:lnTo>
                  <a:pt x="2590" y="3642"/>
                </a:lnTo>
                <a:lnTo>
                  <a:pt x="2590" y="3642"/>
                </a:lnTo>
                <a:lnTo>
                  <a:pt x="2596" y="3635"/>
                </a:lnTo>
                <a:lnTo>
                  <a:pt x="2596" y="3635"/>
                </a:lnTo>
                <a:lnTo>
                  <a:pt x="2600" y="3628"/>
                </a:lnTo>
                <a:lnTo>
                  <a:pt x="2600" y="3628"/>
                </a:lnTo>
                <a:lnTo>
                  <a:pt x="2605" y="3622"/>
                </a:lnTo>
                <a:lnTo>
                  <a:pt x="2605" y="3622"/>
                </a:lnTo>
                <a:lnTo>
                  <a:pt x="2609" y="3615"/>
                </a:lnTo>
                <a:lnTo>
                  <a:pt x="2609" y="3615"/>
                </a:lnTo>
                <a:lnTo>
                  <a:pt x="2615" y="3608"/>
                </a:lnTo>
                <a:lnTo>
                  <a:pt x="2615" y="3608"/>
                </a:lnTo>
                <a:lnTo>
                  <a:pt x="2620" y="3600"/>
                </a:lnTo>
                <a:lnTo>
                  <a:pt x="2620" y="3600"/>
                </a:lnTo>
                <a:lnTo>
                  <a:pt x="2624" y="3593"/>
                </a:lnTo>
                <a:lnTo>
                  <a:pt x="2624" y="3593"/>
                </a:lnTo>
                <a:lnTo>
                  <a:pt x="2628" y="3586"/>
                </a:lnTo>
                <a:lnTo>
                  <a:pt x="2628" y="3586"/>
                </a:lnTo>
                <a:lnTo>
                  <a:pt x="2634" y="3578"/>
                </a:lnTo>
                <a:lnTo>
                  <a:pt x="2634" y="3578"/>
                </a:lnTo>
                <a:lnTo>
                  <a:pt x="2638" y="3571"/>
                </a:lnTo>
                <a:lnTo>
                  <a:pt x="2638" y="3571"/>
                </a:lnTo>
                <a:lnTo>
                  <a:pt x="2643" y="3564"/>
                </a:lnTo>
                <a:lnTo>
                  <a:pt x="2643" y="3564"/>
                </a:lnTo>
                <a:lnTo>
                  <a:pt x="2647" y="3556"/>
                </a:lnTo>
                <a:lnTo>
                  <a:pt x="2647" y="3556"/>
                </a:lnTo>
                <a:lnTo>
                  <a:pt x="2651" y="3549"/>
                </a:lnTo>
                <a:lnTo>
                  <a:pt x="2651" y="3549"/>
                </a:lnTo>
                <a:lnTo>
                  <a:pt x="2657" y="3543"/>
                </a:lnTo>
                <a:lnTo>
                  <a:pt x="2657" y="3543"/>
                </a:lnTo>
                <a:lnTo>
                  <a:pt x="2661" y="3534"/>
                </a:lnTo>
                <a:lnTo>
                  <a:pt x="2661" y="3534"/>
                </a:lnTo>
                <a:lnTo>
                  <a:pt x="2665" y="3528"/>
                </a:lnTo>
                <a:lnTo>
                  <a:pt x="2665" y="3528"/>
                </a:lnTo>
                <a:lnTo>
                  <a:pt x="2669" y="3519"/>
                </a:lnTo>
                <a:lnTo>
                  <a:pt x="2669" y="3519"/>
                </a:lnTo>
                <a:lnTo>
                  <a:pt x="2673" y="3513"/>
                </a:lnTo>
                <a:lnTo>
                  <a:pt x="2673" y="3513"/>
                </a:lnTo>
                <a:lnTo>
                  <a:pt x="2677" y="3504"/>
                </a:lnTo>
                <a:lnTo>
                  <a:pt x="2677" y="3504"/>
                </a:lnTo>
                <a:lnTo>
                  <a:pt x="2683" y="3498"/>
                </a:lnTo>
                <a:lnTo>
                  <a:pt x="2683" y="3498"/>
                </a:lnTo>
                <a:lnTo>
                  <a:pt x="2687" y="3489"/>
                </a:lnTo>
                <a:lnTo>
                  <a:pt x="2687" y="3489"/>
                </a:lnTo>
                <a:lnTo>
                  <a:pt x="2691" y="3481"/>
                </a:lnTo>
                <a:lnTo>
                  <a:pt x="2691" y="3481"/>
                </a:lnTo>
                <a:lnTo>
                  <a:pt x="2695" y="3475"/>
                </a:lnTo>
                <a:lnTo>
                  <a:pt x="2695" y="3475"/>
                </a:lnTo>
                <a:lnTo>
                  <a:pt x="2699" y="3466"/>
                </a:lnTo>
                <a:lnTo>
                  <a:pt x="2699" y="3466"/>
                </a:lnTo>
                <a:lnTo>
                  <a:pt x="2702" y="3458"/>
                </a:lnTo>
                <a:lnTo>
                  <a:pt x="2702" y="3458"/>
                </a:lnTo>
                <a:lnTo>
                  <a:pt x="2706" y="3451"/>
                </a:lnTo>
                <a:lnTo>
                  <a:pt x="2706" y="3451"/>
                </a:lnTo>
                <a:lnTo>
                  <a:pt x="2710" y="3443"/>
                </a:lnTo>
                <a:lnTo>
                  <a:pt x="2710" y="3443"/>
                </a:lnTo>
                <a:lnTo>
                  <a:pt x="2714" y="3435"/>
                </a:lnTo>
                <a:lnTo>
                  <a:pt x="2714" y="3435"/>
                </a:lnTo>
                <a:lnTo>
                  <a:pt x="2718" y="3428"/>
                </a:lnTo>
                <a:lnTo>
                  <a:pt x="2718" y="3428"/>
                </a:lnTo>
                <a:lnTo>
                  <a:pt x="2722" y="3420"/>
                </a:lnTo>
                <a:lnTo>
                  <a:pt x="2722" y="3420"/>
                </a:lnTo>
                <a:lnTo>
                  <a:pt x="2725" y="3412"/>
                </a:lnTo>
                <a:lnTo>
                  <a:pt x="2725" y="3412"/>
                </a:lnTo>
                <a:lnTo>
                  <a:pt x="2729" y="3404"/>
                </a:lnTo>
                <a:lnTo>
                  <a:pt x="2729" y="3404"/>
                </a:lnTo>
                <a:lnTo>
                  <a:pt x="2733" y="3397"/>
                </a:lnTo>
                <a:lnTo>
                  <a:pt x="2733" y="3397"/>
                </a:lnTo>
                <a:lnTo>
                  <a:pt x="2736" y="3389"/>
                </a:lnTo>
                <a:lnTo>
                  <a:pt x="2736" y="3389"/>
                </a:lnTo>
                <a:lnTo>
                  <a:pt x="2740" y="3381"/>
                </a:lnTo>
                <a:lnTo>
                  <a:pt x="2740" y="3381"/>
                </a:lnTo>
                <a:lnTo>
                  <a:pt x="2743" y="3372"/>
                </a:lnTo>
                <a:lnTo>
                  <a:pt x="2743" y="3372"/>
                </a:lnTo>
                <a:lnTo>
                  <a:pt x="2747" y="3364"/>
                </a:lnTo>
                <a:lnTo>
                  <a:pt x="2747" y="3364"/>
                </a:lnTo>
                <a:lnTo>
                  <a:pt x="2749" y="3356"/>
                </a:lnTo>
                <a:lnTo>
                  <a:pt x="2749" y="3356"/>
                </a:lnTo>
                <a:lnTo>
                  <a:pt x="2754" y="3348"/>
                </a:lnTo>
                <a:lnTo>
                  <a:pt x="2754" y="3348"/>
                </a:lnTo>
                <a:lnTo>
                  <a:pt x="2756" y="3340"/>
                </a:lnTo>
                <a:lnTo>
                  <a:pt x="2756" y="3340"/>
                </a:lnTo>
                <a:lnTo>
                  <a:pt x="2759" y="3332"/>
                </a:lnTo>
                <a:lnTo>
                  <a:pt x="2759" y="3332"/>
                </a:lnTo>
                <a:lnTo>
                  <a:pt x="2763" y="3323"/>
                </a:lnTo>
                <a:lnTo>
                  <a:pt x="2763" y="3323"/>
                </a:lnTo>
                <a:lnTo>
                  <a:pt x="2766" y="3315"/>
                </a:lnTo>
                <a:lnTo>
                  <a:pt x="2766" y="3315"/>
                </a:lnTo>
                <a:lnTo>
                  <a:pt x="2769" y="3307"/>
                </a:lnTo>
                <a:lnTo>
                  <a:pt x="2769" y="3307"/>
                </a:lnTo>
                <a:lnTo>
                  <a:pt x="2773" y="3299"/>
                </a:lnTo>
                <a:lnTo>
                  <a:pt x="2773" y="3299"/>
                </a:lnTo>
                <a:lnTo>
                  <a:pt x="2775" y="3291"/>
                </a:lnTo>
                <a:lnTo>
                  <a:pt x="2775" y="3291"/>
                </a:lnTo>
                <a:lnTo>
                  <a:pt x="2778" y="3283"/>
                </a:lnTo>
                <a:lnTo>
                  <a:pt x="2778" y="3283"/>
                </a:lnTo>
                <a:lnTo>
                  <a:pt x="2781" y="3274"/>
                </a:lnTo>
                <a:lnTo>
                  <a:pt x="2781" y="3274"/>
                </a:lnTo>
                <a:lnTo>
                  <a:pt x="2783" y="3266"/>
                </a:lnTo>
                <a:lnTo>
                  <a:pt x="2783" y="3266"/>
                </a:lnTo>
                <a:lnTo>
                  <a:pt x="2786" y="3258"/>
                </a:lnTo>
                <a:lnTo>
                  <a:pt x="2786" y="3258"/>
                </a:lnTo>
                <a:lnTo>
                  <a:pt x="2789" y="3250"/>
                </a:lnTo>
                <a:lnTo>
                  <a:pt x="2789" y="3250"/>
                </a:lnTo>
                <a:lnTo>
                  <a:pt x="2792" y="3242"/>
                </a:lnTo>
                <a:lnTo>
                  <a:pt x="2792" y="3242"/>
                </a:lnTo>
                <a:lnTo>
                  <a:pt x="2794" y="3234"/>
                </a:lnTo>
                <a:lnTo>
                  <a:pt x="2794" y="3234"/>
                </a:lnTo>
                <a:lnTo>
                  <a:pt x="2797" y="3224"/>
                </a:lnTo>
                <a:lnTo>
                  <a:pt x="2797" y="3224"/>
                </a:lnTo>
                <a:lnTo>
                  <a:pt x="2800" y="3216"/>
                </a:lnTo>
                <a:lnTo>
                  <a:pt x="2800" y="3216"/>
                </a:lnTo>
                <a:lnTo>
                  <a:pt x="2803" y="3208"/>
                </a:lnTo>
                <a:lnTo>
                  <a:pt x="2803" y="3208"/>
                </a:lnTo>
                <a:lnTo>
                  <a:pt x="2804" y="3199"/>
                </a:lnTo>
                <a:lnTo>
                  <a:pt x="2804" y="3199"/>
                </a:lnTo>
                <a:lnTo>
                  <a:pt x="2807" y="3191"/>
                </a:lnTo>
                <a:lnTo>
                  <a:pt x="2807" y="3191"/>
                </a:lnTo>
                <a:lnTo>
                  <a:pt x="2809" y="3182"/>
                </a:lnTo>
                <a:lnTo>
                  <a:pt x="2809" y="3182"/>
                </a:lnTo>
                <a:lnTo>
                  <a:pt x="2812" y="3174"/>
                </a:lnTo>
                <a:lnTo>
                  <a:pt x="2812" y="3174"/>
                </a:lnTo>
                <a:lnTo>
                  <a:pt x="2813" y="3165"/>
                </a:lnTo>
                <a:lnTo>
                  <a:pt x="2813" y="3165"/>
                </a:lnTo>
                <a:lnTo>
                  <a:pt x="2816" y="3157"/>
                </a:lnTo>
                <a:lnTo>
                  <a:pt x="2816" y="3157"/>
                </a:lnTo>
                <a:lnTo>
                  <a:pt x="2818" y="3148"/>
                </a:lnTo>
                <a:lnTo>
                  <a:pt x="2818" y="3148"/>
                </a:lnTo>
                <a:lnTo>
                  <a:pt x="2820" y="3140"/>
                </a:lnTo>
                <a:lnTo>
                  <a:pt x="2820" y="3140"/>
                </a:lnTo>
                <a:lnTo>
                  <a:pt x="2822" y="3131"/>
                </a:lnTo>
                <a:lnTo>
                  <a:pt x="2822" y="3131"/>
                </a:lnTo>
                <a:lnTo>
                  <a:pt x="2824" y="3122"/>
                </a:lnTo>
                <a:lnTo>
                  <a:pt x="2824" y="3122"/>
                </a:lnTo>
                <a:lnTo>
                  <a:pt x="2826" y="3114"/>
                </a:lnTo>
                <a:lnTo>
                  <a:pt x="2826" y="3114"/>
                </a:lnTo>
                <a:lnTo>
                  <a:pt x="2828" y="3104"/>
                </a:lnTo>
                <a:lnTo>
                  <a:pt x="2828" y="3104"/>
                </a:lnTo>
                <a:lnTo>
                  <a:pt x="2830" y="3096"/>
                </a:lnTo>
                <a:lnTo>
                  <a:pt x="2830" y="3096"/>
                </a:lnTo>
                <a:lnTo>
                  <a:pt x="2831" y="3088"/>
                </a:lnTo>
                <a:lnTo>
                  <a:pt x="2831" y="3088"/>
                </a:lnTo>
                <a:lnTo>
                  <a:pt x="2834" y="3078"/>
                </a:lnTo>
                <a:lnTo>
                  <a:pt x="2834" y="3078"/>
                </a:lnTo>
                <a:lnTo>
                  <a:pt x="2835" y="3070"/>
                </a:lnTo>
                <a:lnTo>
                  <a:pt x="2835" y="3070"/>
                </a:lnTo>
                <a:lnTo>
                  <a:pt x="2837" y="3061"/>
                </a:lnTo>
                <a:lnTo>
                  <a:pt x="2837" y="3061"/>
                </a:lnTo>
                <a:lnTo>
                  <a:pt x="2838" y="3052"/>
                </a:lnTo>
                <a:lnTo>
                  <a:pt x="2838" y="3052"/>
                </a:lnTo>
                <a:lnTo>
                  <a:pt x="2839" y="3043"/>
                </a:lnTo>
                <a:lnTo>
                  <a:pt x="2839" y="3043"/>
                </a:lnTo>
                <a:lnTo>
                  <a:pt x="2841" y="3035"/>
                </a:lnTo>
                <a:lnTo>
                  <a:pt x="2841" y="3035"/>
                </a:lnTo>
                <a:lnTo>
                  <a:pt x="2842" y="3025"/>
                </a:lnTo>
                <a:lnTo>
                  <a:pt x="2842" y="3025"/>
                </a:lnTo>
                <a:lnTo>
                  <a:pt x="2843" y="3017"/>
                </a:lnTo>
                <a:lnTo>
                  <a:pt x="2843" y="3017"/>
                </a:lnTo>
                <a:lnTo>
                  <a:pt x="2845" y="3008"/>
                </a:lnTo>
                <a:lnTo>
                  <a:pt x="2845" y="3008"/>
                </a:lnTo>
                <a:lnTo>
                  <a:pt x="2846" y="2999"/>
                </a:lnTo>
                <a:lnTo>
                  <a:pt x="2846" y="2999"/>
                </a:lnTo>
                <a:lnTo>
                  <a:pt x="2847" y="2990"/>
                </a:lnTo>
                <a:lnTo>
                  <a:pt x="2847" y="2990"/>
                </a:lnTo>
                <a:lnTo>
                  <a:pt x="2849" y="2982"/>
                </a:lnTo>
                <a:lnTo>
                  <a:pt x="2849" y="2982"/>
                </a:lnTo>
                <a:lnTo>
                  <a:pt x="2849" y="2972"/>
                </a:lnTo>
                <a:lnTo>
                  <a:pt x="2849" y="2972"/>
                </a:lnTo>
                <a:lnTo>
                  <a:pt x="2850" y="2963"/>
                </a:lnTo>
                <a:lnTo>
                  <a:pt x="2850" y="2963"/>
                </a:lnTo>
                <a:lnTo>
                  <a:pt x="2852" y="2954"/>
                </a:lnTo>
                <a:lnTo>
                  <a:pt x="2852" y="2954"/>
                </a:lnTo>
                <a:lnTo>
                  <a:pt x="2853" y="2945"/>
                </a:lnTo>
                <a:lnTo>
                  <a:pt x="2853" y="2945"/>
                </a:lnTo>
                <a:lnTo>
                  <a:pt x="2853" y="2935"/>
                </a:lnTo>
                <a:lnTo>
                  <a:pt x="2853" y="2935"/>
                </a:lnTo>
                <a:lnTo>
                  <a:pt x="2854" y="2927"/>
                </a:lnTo>
                <a:lnTo>
                  <a:pt x="2854" y="2927"/>
                </a:lnTo>
                <a:lnTo>
                  <a:pt x="2854" y="2918"/>
                </a:lnTo>
                <a:lnTo>
                  <a:pt x="2854" y="2918"/>
                </a:lnTo>
                <a:lnTo>
                  <a:pt x="2856" y="2908"/>
                </a:lnTo>
                <a:lnTo>
                  <a:pt x="2856" y="2908"/>
                </a:lnTo>
                <a:lnTo>
                  <a:pt x="2856" y="2900"/>
                </a:lnTo>
                <a:lnTo>
                  <a:pt x="2856" y="2900"/>
                </a:lnTo>
                <a:lnTo>
                  <a:pt x="2857" y="2890"/>
                </a:lnTo>
                <a:lnTo>
                  <a:pt x="2857" y="2890"/>
                </a:lnTo>
                <a:lnTo>
                  <a:pt x="2857" y="2881"/>
                </a:lnTo>
                <a:lnTo>
                  <a:pt x="2857" y="2881"/>
                </a:lnTo>
                <a:lnTo>
                  <a:pt x="2857" y="2873"/>
                </a:lnTo>
                <a:lnTo>
                  <a:pt x="2857" y="2873"/>
                </a:lnTo>
                <a:lnTo>
                  <a:pt x="2858" y="2863"/>
                </a:lnTo>
                <a:lnTo>
                  <a:pt x="2858" y="2863"/>
                </a:lnTo>
                <a:lnTo>
                  <a:pt x="2858" y="2854"/>
                </a:lnTo>
                <a:lnTo>
                  <a:pt x="2858" y="2854"/>
                </a:lnTo>
                <a:lnTo>
                  <a:pt x="2858" y="2844"/>
                </a:lnTo>
                <a:lnTo>
                  <a:pt x="2858" y="2844"/>
                </a:lnTo>
                <a:lnTo>
                  <a:pt x="2858" y="2836"/>
                </a:lnTo>
                <a:lnTo>
                  <a:pt x="2858" y="2836"/>
                </a:lnTo>
                <a:lnTo>
                  <a:pt x="2858" y="2826"/>
                </a:lnTo>
                <a:lnTo>
                  <a:pt x="2858" y="2826"/>
                </a:lnTo>
                <a:lnTo>
                  <a:pt x="2858" y="2817"/>
                </a:lnTo>
                <a:lnTo>
                  <a:pt x="2858" y="2817"/>
                </a:lnTo>
                <a:lnTo>
                  <a:pt x="2858" y="2807"/>
                </a:lnTo>
                <a:lnTo>
                  <a:pt x="2858" y="2807"/>
                </a:lnTo>
                <a:lnTo>
                  <a:pt x="2858" y="2795"/>
                </a:lnTo>
                <a:lnTo>
                  <a:pt x="2858" y="2795"/>
                </a:lnTo>
                <a:lnTo>
                  <a:pt x="2858" y="2783"/>
                </a:lnTo>
                <a:lnTo>
                  <a:pt x="2858" y="2783"/>
                </a:lnTo>
                <a:lnTo>
                  <a:pt x="2858" y="2771"/>
                </a:lnTo>
                <a:lnTo>
                  <a:pt x="2858" y="2771"/>
                </a:lnTo>
                <a:lnTo>
                  <a:pt x="2858" y="2758"/>
                </a:lnTo>
                <a:lnTo>
                  <a:pt x="2858" y="2758"/>
                </a:lnTo>
                <a:lnTo>
                  <a:pt x="2857" y="2746"/>
                </a:lnTo>
                <a:lnTo>
                  <a:pt x="2857" y="2746"/>
                </a:lnTo>
                <a:lnTo>
                  <a:pt x="2857" y="2734"/>
                </a:lnTo>
                <a:lnTo>
                  <a:pt x="2857" y="2734"/>
                </a:lnTo>
                <a:lnTo>
                  <a:pt x="2856" y="2722"/>
                </a:lnTo>
                <a:lnTo>
                  <a:pt x="2856" y="2722"/>
                </a:lnTo>
                <a:lnTo>
                  <a:pt x="2854" y="2709"/>
                </a:lnTo>
                <a:lnTo>
                  <a:pt x="2854" y="2709"/>
                </a:lnTo>
                <a:lnTo>
                  <a:pt x="2854" y="2696"/>
                </a:lnTo>
                <a:lnTo>
                  <a:pt x="2854" y="2696"/>
                </a:lnTo>
                <a:lnTo>
                  <a:pt x="2853" y="2683"/>
                </a:lnTo>
                <a:lnTo>
                  <a:pt x="2853" y="2683"/>
                </a:lnTo>
                <a:lnTo>
                  <a:pt x="2852" y="2671"/>
                </a:lnTo>
                <a:lnTo>
                  <a:pt x="2852" y="2671"/>
                </a:lnTo>
                <a:lnTo>
                  <a:pt x="2850" y="2659"/>
                </a:lnTo>
                <a:lnTo>
                  <a:pt x="2850" y="2659"/>
                </a:lnTo>
                <a:lnTo>
                  <a:pt x="2849" y="2647"/>
                </a:lnTo>
                <a:lnTo>
                  <a:pt x="2849" y="2647"/>
                </a:lnTo>
                <a:lnTo>
                  <a:pt x="2846" y="2634"/>
                </a:lnTo>
                <a:lnTo>
                  <a:pt x="2846" y="2634"/>
                </a:lnTo>
                <a:lnTo>
                  <a:pt x="2845" y="2622"/>
                </a:lnTo>
                <a:lnTo>
                  <a:pt x="2845" y="2622"/>
                </a:lnTo>
                <a:lnTo>
                  <a:pt x="2843" y="2610"/>
                </a:lnTo>
                <a:lnTo>
                  <a:pt x="2843" y="2610"/>
                </a:lnTo>
                <a:lnTo>
                  <a:pt x="2841" y="2598"/>
                </a:lnTo>
                <a:lnTo>
                  <a:pt x="2841" y="2598"/>
                </a:lnTo>
                <a:lnTo>
                  <a:pt x="2839" y="2585"/>
                </a:lnTo>
                <a:lnTo>
                  <a:pt x="2839" y="2585"/>
                </a:lnTo>
                <a:lnTo>
                  <a:pt x="2837" y="2572"/>
                </a:lnTo>
                <a:lnTo>
                  <a:pt x="2837" y="2572"/>
                </a:lnTo>
                <a:lnTo>
                  <a:pt x="2835" y="2560"/>
                </a:lnTo>
                <a:lnTo>
                  <a:pt x="2835" y="2560"/>
                </a:lnTo>
                <a:lnTo>
                  <a:pt x="2832" y="2547"/>
                </a:lnTo>
                <a:lnTo>
                  <a:pt x="2832" y="2547"/>
                </a:lnTo>
                <a:lnTo>
                  <a:pt x="2830" y="2535"/>
                </a:lnTo>
                <a:lnTo>
                  <a:pt x="2830" y="2535"/>
                </a:lnTo>
                <a:lnTo>
                  <a:pt x="2827" y="2523"/>
                </a:lnTo>
                <a:lnTo>
                  <a:pt x="2827" y="2523"/>
                </a:lnTo>
                <a:lnTo>
                  <a:pt x="2824" y="2511"/>
                </a:lnTo>
                <a:lnTo>
                  <a:pt x="2824" y="2511"/>
                </a:lnTo>
                <a:lnTo>
                  <a:pt x="2822" y="2498"/>
                </a:lnTo>
                <a:lnTo>
                  <a:pt x="2822" y="2498"/>
                </a:lnTo>
                <a:lnTo>
                  <a:pt x="2819" y="2486"/>
                </a:lnTo>
                <a:lnTo>
                  <a:pt x="2819" y="2486"/>
                </a:lnTo>
                <a:lnTo>
                  <a:pt x="2815" y="2474"/>
                </a:lnTo>
                <a:lnTo>
                  <a:pt x="2815" y="2474"/>
                </a:lnTo>
                <a:lnTo>
                  <a:pt x="2812" y="2462"/>
                </a:lnTo>
                <a:lnTo>
                  <a:pt x="2812" y="2462"/>
                </a:lnTo>
                <a:lnTo>
                  <a:pt x="2809" y="2449"/>
                </a:lnTo>
                <a:lnTo>
                  <a:pt x="2809" y="2449"/>
                </a:lnTo>
                <a:lnTo>
                  <a:pt x="2805" y="2437"/>
                </a:lnTo>
                <a:lnTo>
                  <a:pt x="2805" y="2437"/>
                </a:lnTo>
                <a:lnTo>
                  <a:pt x="2803" y="2425"/>
                </a:lnTo>
                <a:lnTo>
                  <a:pt x="2803" y="2425"/>
                </a:lnTo>
                <a:lnTo>
                  <a:pt x="2798" y="2413"/>
                </a:lnTo>
                <a:lnTo>
                  <a:pt x="2798" y="2413"/>
                </a:lnTo>
                <a:lnTo>
                  <a:pt x="2796" y="2399"/>
                </a:lnTo>
                <a:lnTo>
                  <a:pt x="2796" y="2399"/>
                </a:lnTo>
                <a:lnTo>
                  <a:pt x="2792" y="2387"/>
                </a:lnTo>
                <a:lnTo>
                  <a:pt x="2792" y="2387"/>
                </a:lnTo>
                <a:lnTo>
                  <a:pt x="2788" y="2374"/>
                </a:lnTo>
                <a:lnTo>
                  <a:pt x="2788" y="2374"/>
                </a:lnTo>
                <a:lnTo>
                  <a:pt x="2783" y="2362"/>
                </a:lnTo>
                <a:lnTo>
                  <a:pt x="2783" y="2362"/>
                </a:lnTo>
                <a:lnTo>
                  <a:pt x="2779" y="2350"/>
                </a:lnTo>
                <a:lnTo>
                  <a:pt x="2779" y="2350"/>
                </a:lnTo>
                <a:lnTo>
                  <a:pt x="2775" y="2338"/>
                </a:lnTo>
                <a:lnTo>
                  <a:pt x="2775" y="2338"/>
                </a:lnTo>
                <a:lnTo>
                  <a:pt x="2771" y="2325"/>
                </a:lnTo>
                <a:lnTo>
                  <a:pt x="2771" y="2325"/>
                </a:lnTo>
                <a:lnTo>
                  <a:pt x="2767" y="2313"/>
                </a:lnTo>
                <a:lnTo>
                  <a:pt x="2767" y="2313"/>
                </a:lnTo>
                <a:lnTo>
                  <a:pt x="2763" y="2301"/>
                </a:lnTo>
                <a:lnTo>
                  <a:pt x="2763" y="2301"/>
                </a:lnTo>
                <a:lnTo>
                  <a:pt x="2759" y="2289"/>
                </a:lnTo>
                <a:lnTo>
                  <a:pt x="2759" y="2289"/>
                </a:lnTo>
                <a:lnTo>
                  <a:pt x="2754" y="2276"/>
                </a:lnTo>
                <a:lnTo>
                  <a:pt x="2754" y="2276"/>
                </a:lnTo>
                <a:lnTo>
                  <a:pt x="2749" y="2264"/>
                </a:lnTo>
                <a:lnTo>
                  <a:pt x="2749" y="2264"/>
                </a:lnTo>
                <a:lnTo>
                  <a:pt x="2744" y="2252"/>
                </a:lnTo>
                <a:lnTo>
                  <a:pt x="2744" y="2252"/>
                </a:lnTo>
                <a:lnTo>
                  <a:pt x="2740" y="2240"/>
                </a:lnTo>
                <a:lnTo>
                  <a:pt x="2740" y="2240"/>
                </a:lnTo>
                <a:lnTo>
                  <a:pt x="2734" y="2227"/>
                </a:lnTo>
                <a:lnTo>
                  <a:pt x="2734" y="2227"/>
                </a:lnTo>
                <a:lnTo>
                  <a:pt x="2730" y="2215"/>
                </a:lnTo>
                <a:lnTo>
                  <a:pt x="2730" y="2215"/>
                </a:lnTo>
                <a:lnTo>
                  <a:pt x="2725" y="2203"/>
                </a:lnTo>
                <a:lnTo>
                  <a:pt x="2725" y="2203"/>
                </a:lnTo>
                <a:lnTo>
                  <a:pt x="2719" y="2191"/>
                </a:lnTo>
                <a:lnTo>
                  <a:pt x="2719" y="2191"/>
                </a:lnTo>
                <a:lnTo>
                  <a:pt x="2714" y="2178"/>
                </a:lnTo>
                <a:lnTo>
                  <a:pt x="2714" y="2178"/>
                </a:lnTo>
                <a:lnTo>
                  <a:pt x="2710" y="2166"/>
                </a:lnTo>
                <a:lnTo>
                  <a:pt x="2710" y="2166"/>
                </a:lnTo>
                <a:lnTo>
                  <a:pt x="2705" y="2154"/>
                </a:lnTo>
                <a:lnTo>
                  <a:pt x="2705" y="2154"/>
                </a:lnTo>
                <a:lnTo>
                  <a:pt x="2699" y="2142"/>
                </a:lnTo>
                <a:lnTo>
                  <a:pt x="2699" y="2142"/>
                </a:lnTo>
                <a:lnTo>
                  <a:pt x="2694" y="2129"/>
                </a:lnTo>
                <a:lnTo>
                  <a:pt x="2694" y="2129"/>
                </a:lnTo>
                <a:lnTo>
                  <a:pt x="2688" y="2117"/>
                </a:lnTo>
                <a:lnTo>
                  <a:pt x="2688" y="2117"/>
                </a:lnTo>
                <a:lnTo>
                  <a:pt x="2681" y="2105"/>
                </a:lnTo>
                <a:lnTo>
                  <a:pt x="2681" y="2105"/>
                </a:lnTo>
                <a:lnTo>
                  <a:pt x="2676" y="2093"/>
                </a:lnTo>
                <a:lnTo>
                  <a:pt x="2676" y="2093"/>
                </a:lnTo>
                <a:lnTo>
                  <a:pt x="2670" y="2080"/>
                </a:lnTo>
                <a:lnTo>
                  <a:pt x="2670" y="2080"/>
                </a:lnTo>
                <a:lnTo>
                  <a:pt x="2665" y="2068"/>
                </a:lnTo>
                <a:lnTo>
                  <a:pt x="2665" y="2068"/>
                </a:lnTo>
                <a:lnTo>
                  <a:pt x="2658" y="2057"/>
                </a:lnTo>
                <a:lnTo>
                  <a:pt x="2658" y="2057"/>
                </a:lnTo>
                <a:lnTo>
                  <a:pt x="2653" y="2045"/>
                </a:lnTo>
                <a:lnTo>
                  <a:pt x="2653" y="2045"/>
                </a:lnTo>
                <a:lnTo>
                  <a:pt x="2647" y="2033"/>
                </a:lnTo>
                <a:lnTo>
                  <a:pt x="2647" y="2033"/>
                </a:lnTo>
                <a:lnTo>
                  <a:pt x="2641" y="2020"/>
                </a:lnTo>
                <a:lnTo>
                  <a:pt x="2641" y="2020"/>
                </a:lnTo>
                <a:lnTo>
                  <a:pt x="2635" y="2008"/>
                </a:lnTo>
                <a:lnTo>
                  <a:pt x="2635" y="2008"/>
                </a:lnTo>
                <a:lnTo>
                  <a:pt x="2628" y="1996"/>
                </a:lnTo>
                <a:lnTo>
                  <a:pt x="2628" y="1996"/>
                </a:lnTo>
                <a:lnTo>
                  <a:pt x="2621" y="1984"/>
                </a:lnTo>
                <a:lnTo>
                  <a:pt x="2621" y="1984"/>
                </a:lnTo>
                <a:lnTo>
                  <a:pt x="2616" y="1971"/>
                </a:lnTo>
                <a:lnTo>
                  <a:pt x="2616" y="1971"/>
                </a:lnTo>
                <a:lnTo>
                  <a:pt x="2609" y="1959"/>
                </a:lnTo>
                <a:lnTo>
                  <a:pt x="2609" y="1959"/>
                </a:lnTo>
                <a:lnTo>
                  <a:pt x="2602" y="1947"/>
                </a:lnTo>
                <a:lnTo>
                  <a:pt x="2602" y="1947"/>
                </a:lnTo>
                <a:lnTo>
                  <a:pt x="2596" y="1936"/>
                </a:lnTo>
                <a:lnTo>
                  <a:pt x="2596" y="1936"/>
                </a:lnTo>
                <a:lnTo>
                  <a:pt x="2590" y="1924"/>
                </a:lnTo>
                <a:lnTo>
                  <a:pt x="2590" y="1924"/>
                </a:lnTo>
                <a:lnTo>
                  <a:pt x="2583" y="1912"/>
                </a:lnTo>
                <a:lnTo>
                  <a:pt x="2583" y="1912"/>
                </a:lnTo>
                <a:lnTo>
                  <a:pt x="2577" y="1899"/>
                </a:lnTo>
                <a:lnTo>
                  <a:pt x="2577" y="1899"/>
                </a:lnTo>
                <a:lnTo>
                  <a:pt x="2570" y="1887"/>
                </a:lnTo>
                <a:lnTo>
                  <a:pt x="2570" y="1887"/>
                </a:lnTo>
                <a:lnTo>
                  <a:pt x="2563" y="1875"/>
                </a:lnTo>
                <a:lnTo>
                  <a:pt x="2563" y="1875"/>
                </a:lnTo>
                <a:lnTo>
                  <a:pt x="2556" y="1864"/>
                </a:lnTo>
                <a:lnTo>
                  <a:pt x="2556" y="1864"/>
                </a:lnTo>
                <a:lnTo>
                  <a:pt x="2549" y="1852"/>
                </a:lnTo>
                <a:lnTo>
                  <a:pt x="2549" y="1852"/>
                </a:lnTo>
                <a:lnTo>
                  <a:pt x="2543" y="1839"/>
                </a:lnTo>
                <a:lnTo>
                  <a:pt x="2543" y="1839"/>
                </a:lnTo>
                <a:lnTo>
                  <a:pt x="2534" y="1827"/>
                </a:lnTo>
                <a:lnTo>
                  <a:pt x="2534" y="1827"/>
                </a:lnTo>
                <a:lnTo>
                  <a:pt x="2528" y="1815"/>
                </a:lnTo>
                <a:lnTo>
                  <a:pt x="2528" y="1815"/>
                </a:lnTo>
                <a:lnTo>
                  <a:pt x="2521" y="1804"/>
                </a:lnTo>
                <a:lnTo>
                  <a:pt x="2521" y="1804"/>
                </a:lnTo>
                <a:lnTo>
                  <a:pt x="2514" y="1792"/>
                </a:lnTo>
                <a:lnTo>
                  <a:pt x="2514" y="1792"/>
                </a:lnTo>
                <a:lnTo>
                  <a:pt x="2506" y="1779"/>
                </a:lnTo>
                <a:lnTo>
                  <a:pt x="2506" y="1779"/>
                </a:lnTo>
                <a:lnTo>
                  <a:pt x="2499" y="1767"/>
                </a:lnTo>
                <a:lnTo>
                  <a:pt x="2499" y="1767"/>
                </a:lnTo>
                <a:lnTo>
                  <a:pt x="2492" y="1755"/>
                </a:lnTo>
                <a:lnTo>
                  <a:pt x="2492" y="1755"/>
                </a:lnTo>
                <a:lnTo>
                  <a:pt x="2484" y="1744"/>
                </a:lnTo>
                <a:lnTo>
                  <a:pt x="2484" y="1744"/>
                </a:lnTo>
                <a:lnTo>
                  <a:pt x="2477" y="1732"/>
                </a:lnTo>
                <a:lnTo>
                  <a:pt x="2477" y="1732"/>
                </a:lnTo>
                <a:lnTo>
                  <a:pt x="2470" y="1720"/>
                </a:lnTo>
                <a:lnTo>
                  <a:pt x="2470" y="1720"/>
                </a:lnTo>
                <a:lnTo>
                  <a:pt x="2462" y="1709"/>
                </a:lnTo>
                <a:lnTo>
                  <a:pt x="2462" y="1709"/>
                </a:lnTo>
                <a:lnTo>
                  <a:pt x="2455" y="1696"/>
                </a:lnTo>
                <a:lnTo>
                  <a:pt x="2455" y="1696"/>
                </a:lnTo>
                <a:lnTo>
                  <a:pt x="2447" y="1684"/>
                </a:lnTo>
                <a:lnTo>
                  <a:pt x="2447" y="1684"/>
                </a:lnTo>
                <a:lnTo>
                  <a:pt x="2440" y="1672"/>
                </a:lnTo>
                <a:lnTo>
                  <a:pt x="2440" y="1672"/>
                </a:lnTo>
                <a:lnTo>
                  <a:pt x="2432" y="1661"/>
                </a:lnTo>
                <a:lnTo>
                  <a:pt x="2432" y="1661"/>
                </a:lnTo>
                <a:lnTo>
                  <a:pt x="2424" y="1649"/>
                </a:lnTo>
                <a:lnTo>
                  <a:pt x="2424" y="1649"/>
                </a:lnTo>
                <a:lnTo>
                  <a:pt x="2417" y="1637"/>
                </a:lnTo>
                <a:lnTo>
                  <a:pt x="2417" y="1637"/>
                </a:lnTo>
                <a:lnTo>
                  <a:pt x="2409" y="1626"/>
                </a:lnTo>
                <a:lnTo>
                  <a:pt x="2409" y="1626"/>
                </a:lnTo>
                <a:lnTo>
                  <a:pt x="2401" y="1613"/>
                </a:lnTo>
                <a:lnTo>
                  <a:pt x="2401" y="1613"/>
                </a:lnTo>
                <a:lnTo>
                  <a:pt x="2394" y="1601"/>
                </a:lnTo>
                <a:lnTo>
                  <a:pt x="2394" y="1601"/>
                </a:lnTo>
                <a:lnTo>
                  <a:pt x="2386" y="1590"/>
                </a:lnTo>
                <a:lnTo>
                  <a:pt x="2386" y="1590"/>
                </a:lnTo>
                <a:lnTo>
                  <a:pt x="2378" y="1578"/>
                </a:lnTo>
                <a:lnTo>
                  <a:pt x="2378" y="1578"/>
                </a:lnTo>
                <a:lnTo>
                  <a:pt x="2371" y="1567"/>
                </a:lnTo>
                <a:lnTo>
                  <a:pt x="2371" y="1567"/>
                </a:lnTo>
                <a:lnTo>
                  <a:pt x="2363" y="1555"/>
                </a:lnTo>
                <a:lnTo>
                  <a:pt x="2363" y="1555"/>
                </a:lnTo>
                <a:lnTo>
                  <a:pt x="2355" y="1543"/>
                </a:lnTo>
                <a:lnTo>
                  <a:pt x="2355" y="1543"/>
                </a:lnTo>
                <a:lnTo>
                  <a:pt x="2347" y="1532"/>
                </a:lnTo>
                <a:lnTo>
                  <a:pt x="2347" y="1532"/>
                </a:lnTo>
                <a:lnTo>
                  <a:pt x="2338" y="1519"/>
                </a:lnTo>
                <a:lnTo>
                  <a:pt x="2338" y="1519"/>
                </a:lnTo>
                <a:lnTo>
                  <a:pt x="2332" y="1509"/>
                </a:lnTo>
                <a:lnTo>
                  <a:pt x="2332" y="1509"/>
                </a:lnTo>
                <a:lnTo>
                  <a:pt x="2323" y="1496"/>
                </a:lnTo>
                <a:lnTo>
                  <a:pt x="2323" y="1496"/>
                </a:lnTo>
                <a:lnTo>
                  <a:pt x="2315" y="1485"/>
                </a:lnTo>
                <a:lnTo>
                  <a:pt x="2315" y="1485"/>
                </a:lnTo>
                <a:lnTo>
                  <a:pt x="2307" y="1473"/>
                </a:lnTo>
                <a:lnTo>
                  <a:pt x="2307" y="1473"/>
                </a:lnTo>
                <a:lnTo>
                  <a:pt x="2299" y="1462"/>
                </a:lnTo>
                <a:lnTo>
                  <a:pt x="2299" y="1462"/>
                </a:lnTo>
                <a:lnTo>
                  <a:pt x="2291" y="1450"/>
                </a:lnTo>
                <a:lnTo>
                  <a:pt x="2291" y="1450"/>
                </a:lnTo>
                <a:lnTo>
                  <a:pt x="2283" y="1439"/>
                </a:lnTo>
                <a:lnTo>
                  <a:pt x="2283" y="1439"/>
                </a:lnTo>
                <a:lnTo>
                  <a:pt x="2274" y="1427"/>
                </a:lnTo>
                <a:lnTo>
                  <a:pt x="2274" y="1427"/>
                </a:lnTo>
                <a:lnTo>
                  <a:pt x="2266" y="1416"/>
                </a:lnTo>
                <a:lnTo>
                  <a:pt x="2266" y="1416"/>
                </a:lnTo>
                <a:lnTo>
                  <a:pt x="2258" y="1404"/>
                </a:lnTo>
                <a:lnTo>
                  <a:pt x="2258" y="1404"/>
                </a:lnTo>
                <a:lnTo>
                  <a:pt x="2250" y="1393"/>
                </a:lnTo>
                <a:lnTo>
                  <a:pt x="2250" y="1393"/>
                </a:lnTo>
                <a:lnTo>
                  <a:pt x="2242" y="1381"/>
                </a:lnTo>
                <a:lnTo>
                  <a:pt x="2242" y="1381"/>
                </a:lnTo>
                <a:lnTo>
                  <a:pt x="2234" y="1370"/>
                </a:lnTo>
                <a:lnTo>
                  <a:pt x="2234" y="1370"/>
                </a:lnTo>
                <a:lnTo>
                  <a:pt x="2225" y="1357"/>
                </a:lnTo>
                <a:lnTo>
                  <a:pt x="2225" y="1357"/>
                </a:lnTo>
                <a:lnTo>
                  <a:pt x="2217" y="1347"/>
                </a:lnTo>
                <a:lnTo>
                  <a:pt x="2217" y="1347"/>
                </a:lnTo>
                <a:lnTo>
                  <a:pt x="2209" y="1336"/>
                </a:lnTo>
                <a:lnTo>
                  <a:pt x="2209" y="1336"/>
                </a:lnTo>
                <a:lnTo>
                  <a:pt x="2201" y="1323"/>
                </a:lnTo>
                <a:lnTo>
                  <a:pt x="2201" y="1323"/>
                </a:lnTo>
                <a:lnTo>
                  <a:pt x="2193" y="1312"/>
                </a:lnTo>
                <a:lnTo>
                  <a:pt x="2193" y="1312"/>
                </a:lnTo>
                <a:lnTo>
                  <a:pt x="2185" y="1300"/>
                </a:lnTo>
                <a:lnTo>
                  <a:pt x="2185" y="1300"/>
                </a:lnTo>
                <a:lnTo>
                  <a:pt x="2176" y="1289"/>
                </a:lnTo>
                <a:lnTo>
                  <a:pt x="2176" y="1289"/>
                </a:lnTo>
                <a:lnTo>
                  <a:pt x="2168" y="1278"/>
                </a:lnTo>
                <a:lnTo>
                  <a:pt x="2168" y="1278"/>
                </a:lnTo>
                <a:lnTo>
                  <a:pt x="2160" y="1266"/>
                </a:lnTo>
                <a:lnTo>
                  <a:pt x="2160" y="1266"/>
                </a:lnTo>
                <a:lnTo>
                  <a:pt x="2152" y="1255"/>
                </a:lnTo>
                <a:lnTo>
                  <a:pt x="2152" y="1255"/>
                </a:lnTo>
                <a:lnTo>
                  <a:pt x="2144" y="1244"/>
                </a:lnTo>
                <a:lnTo>
                  <a:pt x="2144" y="1244"/>
                </a:lnTo>
                <a:lnTo>
                  <a:pt x="2136" y="1234"/>
                </a:lnTo>
                <a:lnTo>
                  <a:pt x="2136" y="1234"/>
                </a:lnTo>
                <a:lnTo>
                  <a:pt x="2127" y="1221"/>
                </a:lnTo>
                <a:lnTo>
                  <a:pt x="2127" y="1221"/>
                </a:lnTo>
                <a:lnTo>
                  <a:pt x="2119" y="1210"/>
                </a:lnTo>
                <a:lnTo>
                  <a:pt x="2119" y="1210"/>
                </a:lnTo>
                <a:lnTo>
                  <a:pt x="2111" y="1199"/>
                </a:lnTo>
                <a:lnTo>
                  <a:pt x="2111" y="1199"/>
                </a:lnTo>
                <a:lnTo>
                  <a:pt x="2103" y="1189"/>
                </a:lnTo>
                <a:lnTo>
                  <a:pt x="2103" y="1189"/>
                </a:lnTo>
                <a:lnTo>
                  <a:pt x="2095" y="1176"/>
                </a:lnTo>
                <a:lnTo>
                  <a:pt x="2095" y="1176"/>
                </a:lnTo>
                <a:lnTo>
                  <a:pt x="2087" y="1165"/>
                </a:lnTo>
                <a:lnTo>
                  <a:pt x="2087" y="1165"/>
                </a:lnTo>
                <a:lnTo>
                  <a:pt x="2078" y="1155"/>
                </a:lnTo>
                <a:lnTo>
                  <a:pt x="2078" y="1155"/>
                </a:lnTo>
                <a:lnTo>
                  <a:pt x="2070" y="1144"/>
                </a:lnTo>
                <a:lnTo>
                  <a:pt x="2070" y="1144"/>
                </a:lnTo>
                <a:lnTo>
                  <a:pt x="2063" y="1133"/>
                </a:lnTo>
                <a:lnTo>
                  <a:pt x="2063" y="1133"/>
                </a:lnTo>
                <a:lnTo>
                  <a:pt x="2055" y="1121"/>
                </a:lnTo>
                <a:lnTo>
                  <a:pt x="2055" y="1121"/>
                </a:lnTo>
                <a:lnTo>
                  <a:pt x="2047" y="1110"/>
                </a:lnTo>
                <a:lnTo>
                  <a:pt x="2047" y="1110"/>
                </a:lnTo>
                <a:lnTo>
                  <a:pt x="2039" y="1099"/>
                </a:lnTo>
                <a:lnTo>
                  <a:pt x="2039" y="1099"/>
                </a:lnTo>
                <a:lnTo>
                  <a:pt x="2031" y="1088"/>
                </a:lnTo>
                <a:lnTo>
                  <a:pt x="2031" y="1088"/>
                </a:lnTo>
                <a:lnTo>
                  <a:pt x="2023" y="1077"/>
                </a:lnTo>
                <a:lnTo>
                  <a:pt x="2023" y="1077"/>
                </a:lnTo>
                <a:lnTo>
                  <a:pt x="2014" y="1066"/>
                </a:lnTo>
                <a:lnTo>
                  <a:pt x="2014" y="1066"/>
                </a:lnTo>
                <a:lnTo>
                  <a:pt x="2006" y="1055"/>
                </a:lnTo>
                <a:lnTo>
                  <a:pt x="2006" y="1055"/>
                </a:lnTo>
                <a:lnTo>
                  <a:pt x="1998" y="1044"/>
                </a:lnTo>
                <a:lnTo>
                  <a:pt x="1998" y="1044"/>
                </a:lnTo>
                <a:lnTo>
                  <a:pt x="1990" y="1033"/>
                </a:lnTo>
                <a:lnTo>
                  <a:pt x="1990" y="1033"/>
                </a:lnTo>
                <a:lnTo>
                  <a:pt x="1982" y="1022"/>
                </a:lnTo>
                <a:lnTo>
                  <a:pt x="1982" y="1022"/>
                </a:lnTo>
                <a:lnTo>
                  <a:pt x="1975" y="1012"/>
                </a:lnTo>
                <a:lnTo>
                  <a:pt x="1975" y="1012"/>
                </a:lnTo>
                <a:lnTo>
                  <a:pt x="1967" y="1001"/>
                </a:lnTo>
                <a:lnTo>
                  <a:pt x="1967" y="1001"/>
                </a:lnTo>
                <a:lnTo>
                  <a:pt x="1959" y="990"/>
                </a:lnTo>
                <a:lnTo>
                  <a:pt x="1959" y="990"/>
                </a:lnTo>
                <a:lnTo>
                  <a:pt x="1950" y="979"/>
                </a:lnTo>
                <a:lnTo>
                  <a:pt x="1950" y="979"/>
                </a:lnTo>
                <a:lnTo>
                  <a:pt x="1944" y="968"/>
                </a:lnTo>
                <a:lnTo>
                  <a:pt x="1944" y="968"/>
                </a:lnTo>
                <a:lnTo>
                  <a:pt x="1935" y="957"/>
                </a:lnTo>
                <a:lnTo>
                  <a:pt x="1935" y="957"/>
                </a:lnTo>
                <a:lnTo>
                  <a:pt x="1927" y="946"/>
                </a:lnTo>
                <a:lnTo>
                  <a:pt x="1927" y="946"/>
                </a:lnTo>
                <a:lnTo>
                  <a:pt x="1919" y="935"/>
                </a:lnTo>
                <a:lnTo>
                  <a:pt x="1919" y="935"/>
                </a:lnTo>
                <a:lnTo>
                  <a:pt x="1912" y="924"/>
                </a:lnTo>
                <a:lnTo>
                  <a:pt x="1912" y="924"/>
                </a:lnTo>
                <a:lnTo>
                  <a:pt x="1904" y="914"/>
                </a:lnTo>
                <a:lnTo>
                  <a:pt x="1904" y="914"/>
                </a:lnTo>
                <a:lnTo>
                  <a:pt x="1896" y="903"/>
                </a:lnTo>
                <a:lnTo>
                  <a:pt x="1896" y="903"/>
                </a:lnTo>
                <a:lnTo>
                  <a:pt x="1889" y="892"/>
                </a:lnTo>
                <a:lnTo>
                  <a:pt x="1889" y="892"/>
                </a:lnTo>
                <a:lnTo>
                  <a:pt x="1881" y="882"/>
                </a:lnTo>
                <a:lnTo>
                  <a:pt x="1881" y="882"/>
                </a:lnTo>
                <a:lnTo>
                  <a:pt x="1874" y="871"/>
                </a:lnTo>
                <a:lnTo>
                  <a:pt x="1874" y="871"/>
                </a:lnTo>
                <a:lnTo>
                  <a:pt x="1866" y="860"/>
                </a:lnTo>
                <a:lnTo>
                  <a:pt x="1866" y="860"/>
                </a:lnTo>
                <a:lnTo>
                  <a:pt x="1859" y="850"/>
                </a:lnTo>
                <a:lnTo>
                  <a:pt x="1859" y="850"/>
                </a:lnTo>
                <a:lnTo>
                  <a:pt x="1851" y="839"/>
                </a:lnTo>
                <a:lnTo>
                  <a:pt x="1851" y="839"/>
                </a:lnTo>
                <a:lnTo>
                  <a:pt x="1844" y="829"/>
                </a:lnTo>
                <a:lnTo>
                  <a:pt x="1844" y="829"/>
                </a:lnTo>
                <a:lnTo>
                  <a:pt x="1836" y="818"/>
                </a:lnTo>
                <a:lnTo>
                  <a:pt x="1836" y="818"/>
                </a:lnTo>
                <a:lnTo>
                  <a:pt x="1829" y="807"/>
                </a:lnTo>
                <a:lnTo>
                  <a:pt x="1829" y="807"/>
                </a:lnTo>
                <a:lnTo>
                  <a:pt x="1822" y="798"/>
                </a:lnTo>
                <a:lnTo>
                  <a:pt x="1822" y="798"/>
                </a:lnTo>
                <a:lnTo>
                  <a:pt x="1814" y="787"/>
                </a:lnTo>
                <a:lnTo>
                  <a:pt x="1814" y="787"/>
                </a:lnTo>
                <a:lnTo>
                  <a:pt x="1807" y="776"/>
                </a:lnTo>
                <a:lnTo>
                  <a:pt x="1807" y="776"/>
                </a:lnTo>
                <a:lnTo>
                  <a:pt x="1801" y="767"/>
                </a:lnTo>
                <a:lnTo>
                  <a:pt x="1801" y="767"/>
                </a:lnTo>
                <a:lnTo>
                  <a:pt x="1794" y="756"/>
                </a:lnTo>
                <a:lnTo>
                  <a:pt x="1794" y="756"/>
                </a:lnTo>
                <a:lnTo>
                  <a:pt x="1786" y="745"/>
                </a:lnTo>
                <a:lnTo>
                  <a:pt x="1786" y="745"/>
                </a:lnTo>
                <a:lnTo>
                  <a:pt x="1779" y="735"/>
                </a:lnTo>
                <a:lnTo>
                  <a:pt x="1779" y="735"/>
                </a:lnTo>
                <a:lnTo>
                  <a:pt x="1772" y="724"/>
                </a:lnTo>
                <a:lnTo>
                  <a:pt x="1772" y="724"/>
                </a:lnTo>
                <a:lnTo>
                  <a:pt x="1765" y="713"/>
                </a:lnTo>
                <a:lnTo>
                  <a:pt x="1765" y="713"/>
                </a:lnTo>
                <a:lnTo>
                  <a:pt x="1758" y="704"/>
                </a:lnTo>
                <a:lnTo>
                  <a:pt x="1758" y="704"/>
                </a:lnTo>
                <a:lnTo>
                  <a:pt x="1752" y="693"/>
                </a:lnTo>
                <a:lnTo>
                  <a:pt x="1752" y="693"/>
                </a:lnTo>
                <a:lnTo>
                  <a:pt x="1745" y="683"/>
                </a:lnTo>
                <a:lnTo>
                  <a:pt x="1745" y="683"/>
                </a:lnTo>
                <a:lnTo>
                  <a:pt x="1738" y="673"/>
                </a:lnTo>
                <a:lnTo>
                  <a:pt x="1738" y="673"/>
                </a:lnTo>
                <a:lnTo>
                  <a:pt x="1731" y="663"/>
                </a:lnTo>
                <a:lnTo>
                  <a:pt x="1731" y="663"/>
                </a:lnTo>
                <a:lnTo>
                  <a:pt x="1724" y="652"/>
                </a:lnTo>
                <a:lnTo>
                  <a:pt x="1724" y="652"/>
                </a:lnTo>
                <a:lnTo>
                  <a:pt x="1719" y="643"/>
                </a:lnTo>
                <a:lnTo>
                  <a:pt x="1719" y="643"/>
                </a:lnTo>
                <a:lnTo>
                  <a:pt x="1712" y="633"/>
                </a:lnTo>
                <a:lnTo>
                  <a:pt x="1712" y="633"/>
                </a:lnTo>
                <a:lnTo>
                  <a:pt x="1705" y="622"/>
                </a:lnTo>
                <a:lnTo>
                  <a:pt x="1705" y="622"/>
                </a:lnTo>
                <a:lnTo>
                  <a:pt x="1699" y="613"/>
                </a:lnTo>
                <a:lnTo>
                  <a:pt x="1699" y="613"/>
                </a:lnTo>
                <a:lnTo>
                  <a:pt x="1693" y="602"/>
                </a:lnTo>
                <a:lnTo>
                  <a:pt x="1693" y="602"/>
                </a:lnTo>
                <a:lnTo>
                  <a:pt x="1686" y="592"/>
                </a:lnTo>
                <a:lnTo>
                  <a:pt x="1686" y="592"/>
                </a:lnTo>
                <a:lnTo>
                  <a:pt x="1681" y="583"/>
                </a:lnTo>
                <a:lnTo>
                  <a:pt x="1681" y="583"/>
                </a:lnTo>
                <a:lnTo>
                  <a:pt x="1674" y="572"/>
                </a:lnTo>
                <a:lnTo>
                  <a:pt x="1674" y="572"/>
                </a:lnTo>
                <a:lnTo>
                  <a:pt x="1669" y="562"/>
                </a:lnTo>
                <a:lnTo>
                  <a:pt x="1669" y="562"/>
                </a:lnTo>
                <a:lnTo>
                  <a:pt x="1662" y="553"/>
                </a:lnTo>
                <a:lnTo>
                  <a:pt x="1662" y="553"/>
                </a:lnTo>
                <a:lnTo>
                  <a:pt x="1656" y="543"/>
                </a:lnTo>
                <a:lnTo>
                  <a:pt x="1656" y="543"/>
                </a:lnTo>
                <a:lnTo>
                  <a:pt x="1651" y="532"/>
                </a:lnTo>
                <a:lnTo>
                  <a:pt x="1651" y="532"/>
                </a:lnTo>
                <a:lnTo>
                  <a:pt x="1644" y="523"/>
                </a:lnTo>
                <a:lnTo>
                  <a:pt x="1644" y="523"/>
                </a:lnTo>
                <a:lnTo>
                  <a:pt x="1639" y="513"/>
                </a:lnTo>
                <a:lnTo>
                  <a:pt x="1639" y="513"/>
                </a:lnTo>
                <a:lnTo>
                  <a:pt x="1633" y="504"/>
                </a:lnTo>
                <a:lnTo>
                  <a:pt x="1633" y="504"/>
                </a:lnTo>
                <a:lnTo>
                  <a:pt x="1628" y="494"/>
                </a:lnTo>
                <a:lnTo>
                  <a:pt x="1628" y="494"/>
                </a:lnTo>
                <a:lnTo>
                  <a:pt x="1622" y="483"/>
                </a:lnTo>
                <a:lnTo>
                  <a:pt x="1622" y="483"/>
                </a:lnTo>
                <a:lnTo>
                  <a:pt x="1617" y="474"/>
                </a:lnTo>
                <a:lnTo>
                  <a:pt x="1617" y="474"/>
                </a:lnTo>
                <a:lnTo>
                  <a:pt x="1611" y="464"/>
                </a:lnTo>
                <a:lnTo>
                  <a:pt x="1611" y="464"/>
                </a:lnTo>
                <a:lnTo>
                  <a:pt x="1606" y="455"/>
                </a:lnTo>
                <a:lnTo>
                  <a:pt x="1606" y="455"/>
                </a:lnTo>
                <a:lnTo>
                  <a:pt x="1601" y="445"/>
                </a:lnTo>
                <a:lnTo>
                  <a:pt x="1601" y="445"/>
                </a:lnTo>
                <a:lnTo>
                  <a:pt x="1596" y="436"/>
                </a:lnTo>
                <a:lnTo>
                  <a:pt x="1596" y="436"/>
                </a:lnTo>
                <a:lnTo>
                  <a:pt x="1591" y="426"/>
                </a:lnTo>
                <a:lnTo>
                  <a:pt x="1591" y="426"/>
                </a:lnTo>
                <a:lnTo>
                  <a:pt x="1586" y="417"/>
                </a:lnTo>
                <a:lnTo>
                  <a:pt x="1586" y="417"/>
                </a:lnTo>
                <a:lnTo>
                  <a:pt x="1581" y="407"/>
                </a:lnTo>
                <a:lnTo>
                  <a:pt x="1581" y="407"/>
                </a:lnTo>
                <a:lnTo>
                  <a:pt x="1576" y="398"/>
                </a:lnTo>
                <a:lnTo>
                  <a:pt x="1576" y="398"/>
                </a:lnTo>
                <a:lnTo>
                  <a:pt x="1572" y="388"/>
                </a:lnTo>
                <a:lnTo>
                  <a:pt x="1572" y="388"/>
                </a:lnTo>
                <a:lnTo>
                  <a:pt x="1566" y="378"/>
                </a:lnTo>
                <a:lnTo>
                  <a:pt x="1566" y="378"/>
                </a:lnTo>
                <a:lnTo>
                  <a:pt x="1562" y="369"/>
                </a:lnTo>
                <a:lnTo>
                  <a:pt x="1562" y="369"/>
                </a:lnTo>
                <a:lnTo>
                  <a:pt x="1558" y="359"/>
                </a:lnTo>
                <a:lnTo>
                  <a:pt x="1558" y="359"/>
                </a:lnTo>
                <a:lnTo>
                  <a:pt x="1554" y="350"/>
                </a:lnTo>
                <a:lnTo>
                  <a:pt x="1554" y="350"/>
                </a:lnTo>
                <a:lnTo>
                  <a:pt x="1549" y="342"/>
                </a:lnTo>
                <a:lnTo>
                  <a:pt x="1549" y="342"/>
                </a:lnTo>
                <a:lnTo>
                  <a:pt x="1545" y="332"/>
                </a:lnTo>
                <a:lnTo>
                  <a:pt x="1545" y="332"/>
                </a:lnTo>
                <a:lnTo>
                  <a:pt x="1541" y="323"/>
                </a:lnTo>
                <a:lnTo>
                  <a:pt x="1541" y="323"/>
                </a:lnTo>
                <a:lnTo>
                  <a:pt x="1537" y="313"/>
                </a:lnTo>
                <a:lnTo>
                  <a:pt x="1537" y="313"/>
                </a:lnTo>
                <a:lnTo>
                  <a:pt x="1534" y="304"/>
                </a:lnTo>
                <a:lnTo>
                  <a:pt x="1534" y="304"/>
                </a:lnTo>
                <a:lnTo>
                  <a:pt x="1530" y="295"/>
                </a:lnTo>
                <a:lnTo>
                  <a:pt x="1530" y="295"/>
                </a:lnTo>
                <a:lnTo>
                  <a:pt x="1526" y="286"/>
                </a:lnTo>
                <a:lnTo>
                  <a:pt x="1526" y="286"/>
                </a:lnTo>
                <a:lnTo>
                  <a:pt x="1522" y="276"/>
                </a:lnTo>
                <a:lnTo>
                  <a:pt x="1522" y="276"/>
                </a:lnTo>
                <a:lnTo>
                  <a:pt x="1519" y="268"/>
                </a:lnTo>
                <a:lnTo>
                  <a:pt x="1519" y="268"/>
                </a:lnTo>
                <a:lnTo>
                  <a:pt x="1515" y="259"/>
                </a:lnTo>
                <a:lnTo>
                  <a:pt x="1515" y="259"/>
                </a:lnTo>
                <a:lnTo>
                  <a:pt x="1512" y="249"/>
                </a:lnTo>
                <a:lnTo>
                  <a:pt x="1512" y="249"/>
                </a:lnTo>
                <a:lnTo>
                  <a:pt x="1508" y="241"/>
                </a:lnTo>
                <a:lnTo>
                  <a:pt x="1508" y="241"/>
                </a:lnTo>
                <a:lnTo>
                  <a:pt x="1505" y="231"/>
                </a:lnTo>
                <a:lnTo>
                  <a:pt x="1505" y="231"/>
                </a:lnTo>
                <a:lnTo>
                  <a:pt x="1503" y="223"/>
                </a:lnTo>
                <a:lnTo>
                  <a:pt x="1503" y="223"/>
                </a:lnTo>
                <a:lnTo>
                  <a:pt x="1500" y="214"/>
                </a:lnTo>
                <a:lnTo>
                  <a:pt x="1500" y="214"/>
                </a:lnTo>
                <a:lnTo>
                  <a:pt x="1497" y="206"/>
                </a:lnTo>
                <a:lnTo>
                  <a:pt x="1497" y="206"/>
                </a:lnTo>
                <a:lnTo>
                  <a:pt x="1494" y="196"/>
                </a:lnTo>
                <a:lnTo>
                  <a:pt x="1494" y="196"/>
                </a:lnTo>
                <a:lnTo>
                  <a:pt x="1492" y="188"/>
                </a:lnTo>
                <a:lnTo>
                  <a:pt x="1492" y="188"/>
                </a:lnTo>
                <a:lnTo>
                  <a:pt x="1489" y="178"/>
                </a:lnTo>
                <a:lnTo>
                  <a:pt x="1489" y="178"/>
                </a:lnTo>
                <a:lnTo>
                  <a:pt x="1486" y="170"/>
                </a:lnTo>
                <a:lnTo>
                  <a:pt x="1486" y="170"/>
                </a:lnTo>
                <a:lnTo>
                  <a:pt x="1483" y="161"/>
                </a:lnTo>
                <a:lnTo>
                  <a:pt x="1483" y="161"/>
                </a:lnTo>
                <a:lnTo>
                  <a:pt x="1482" y="152"/>
                </a:lnTo>
                <a:lnTo>
                  <a:pt x="1482" y="152"/>
                </a:lnTo>
                <a:lnTo>
                  <a:pt x="1479" y="144"/>
                </a:lnTo>
                <a:lnTo>
                  <a:pt x="1479" y="144"/>
                </a:lnTo>
                <a:lnTo>
                  <a:pt x="1478" y="135"/>
                </a:lnTo>
                <a:lnTo>
                  <a:pt x="1478" y="135"/>
                </a:lnTo>
                <a:lnTo>
                  <a:pt x="1475" y="127"/>
                </a:lnTo>
                <a:lnTo>
                  <a:pt x="1475" y="127"/>
                </a:lnTo>
                <a:lnTo>
                  <a:pt x="1474" y="118"/>
                </a:lnTo>
                <a:lnTo>
                  <a:pt x="1474" y="118"/>
                </a:lnTo>
                <a:lnTo>
                  <a:pt x="1473" y="109"/>
                </a:lnTo>
                <a:lnTo>
                  <a:pt x="1473" y="109"/>
                </a:lnTo>
                <a:lnTo>
                  <a:pt x="1471" y="101"/>
                </a:lnTo>
                <a:lnTo>
                  <a:pt x="1471" y="101"/>
                </a:lnTo>
                <a:lnTo>
                  <a:pt x="1470" y="93"/>
                </a:lnTo>
                <a:lnTo>
                  <a:pt x="1470" y="93"/>
                </a:lnTo>
                <a:lnTo>
                  <a:pt x="1468" y="84"/>
                </a:lnTo>
                <a:lnTo>
                  <a:pt x="1468" y="84"/>
                </a:lnTo>
                <a:lnTo>
                  <a:pt x="1467" y="76"/>
                </a:lnTo>
                <a:lnTo>
                  <a:pt x="1467" y="76"/>
                </a:lnTo>
                <a:lnTo>
                  <a:pt x="1466" y="67"/>
                </a:lnTo>
                <a:lnTo>
                  <a:pt x="1466" y="67"/>
                </a:lnTo>
                <a:lnTo>
                  <a:pt x="1464" y="59"/>
                </a:lnTo>
                <a:lnTo>
                  <a:pt x="1464" y="59"/>
                </a:lnTo>
                <a:lnTo>
                  <a:pt x="1464" y="50"/>
                </a:lnTo>
                <a:lnTo>
                  <a:pt x="1464" y="50"/>
                </a:lnTo>
                <a:lnTo>
                  <a:pt x="1463" y="42"/>
                </a:lnTo>
                <a:lnTo>
                  <a:pt x="1463" y="42"/>
                </a:lnTo>
                <a:lnTo>
                  <a:pt x="1463" y="34"/>
                </a:lnTo>
                <a:lnTo>
                  <a:pt x="1463" y="34"/>
                </a:lnTo>
                <a:lnTo>
                  <a:pt x="1462" y="26"/>
                </a:lnTo>
                <a:lnTo>
                  <a:pt x="1462" y="26"/>
                </a:lnTo>
                <a:lnTo>
                  <a:pt x="1462" y="18"/>
                </a:lnTo>
                <a:lnTo>
                  <a:pt x="1462" y="18"/>
                </a:lnTo>
                <a:lnTo>
                  <a:pt x="1462" y="10"/>
                </a:lnTo>
                <a:lnTo>
                  <a:pt x="1462" y="10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2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60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9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8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6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5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4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2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51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9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8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7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5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4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3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1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40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9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1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7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6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4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3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2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30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9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8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6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5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4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0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2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21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9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8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7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5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4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3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1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10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9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7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6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4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3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2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400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9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8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"/>
                </a:lnTo>
                <a:lnTo>
                  <a:pt x="1396" y="10"/>
                </a:lnTo>
                <a:lnTo>
                  <a:pt x="1396" y="10"/>
                </a:lnTo>
                <a:lnTo>
                  <a:pt x="1396" y="18"/>
                </a:lnTo>
                <a:lnTo>
                  <a:pt x="1396" y="18"/>
                </a:lnTo>
                <a:lnTo>
                  <a:pt x="1396" y="26"/>
                </a:lnTo>
                <a:lnTo>
                  <a:pt x="1396" y="26"/>
                </a:lnTo>
                <a:lnTo>
                  <a:pt x="1396" y="34"/>
                </a:lnTo>
                <a:lnTo>
                  <a:pt x="1396" y="34"/>
                </a:lnTo>
                <a:lnTo>
                  <a:pt x="1395" y="42"/>
                </a:lnTo>
                <a:lnTo>
                  <a:pt x="1395" y="42"/>
                </a:lnTo>
                <a:lnTo>
                  <a:pt x="1395" y="50"/>
                </a:lnTo>
                <a:lnTo>
                  <a:pt x="1395" y="50"/>
                </a:lnTo>
                <a:lnTo>
                  <a:pt x="1394" y="59"/>
                </a:lnTo>
                <a:lnTo>
                  <a:pt x="1394" y="59"/>
                </a:lnTo>
                <a:lnTo>
                  <a:pt x="1392" y="67"/>
                </a:lnTo>
                <a:lnTo>
                  <a:pt x="1392" y="67"/>
                </a:lnTo>
                <a:lnTo>
                  <a:pt x="1392" y="76"/>
                </a:lnTo>
                <a:lnTo>
                  <a:pt x="1392" y="76"/>
                </a:lnTo>
                <a:lnTo>
                  <a:pt x="1391" y="84"/>
                </a:lnTo>
                <a:lnTo>
                  <a:pt x="1391" y="84"/>
                </a:lnTo>
                <a:lnTo>
                  <a:pt x="1390" y="93"/>
                </a:lnTo>
                <a:lnTo>
                  <a:pt x="1390" y="93"/>
                </a:lnTo>
                <a:lnTo>
                  <a:pt x="1388" y="101"/>
                </a:lnTo>
                <a:lnTo>
                  <a:pt x="1388" y="101"/>
                </a:lnTo>
                <a:lnTo>
                  <a:pt x="1387" y="109"/>
                </a:lnTo>
                <a:lnTo>
                  <a:pt x="1387" y="109"/>
                </a:lnTo>
                <a:lnTo>
                  <a:pt x="1384" y="118"/>
                </a:lnTo>
                <a:lnTo>
                  <a:pt x="1384" y="118"/>
                </a:lnTo>
                <a:lnTo>
                  <a:pt x="1383" y="127"/>
                </a:lnTo>
                <a:lnTo>
                  <a:pt x="1383" y="127"/>
                </a:lnTo>
                <a:lnTo>
                  <a:pt x="1381" y="135"/>
                </a:lnTo>
                <a:lnTo>
                  <a:pt x="1381" y="135"/>
                </a:lnTo>
                <a:lnTo>
                  <a:pt x="1379" y="144"/>
                </a:lnTo>
                <a:lnTo>
                  <a:pt x="1379" y="144"/>
                </a:lnTo>
                <a:lnTo>
                  <a:pt x="1377" y="152"/>
                </a:lnTo>
                <a:lnTo>
                  <a:pt x="1377" y="152"/>
                </a:lnTo>
                <a:lnTo>
                  <a:pt x="1375" y="161"/>
                </a:lnTo>
                <a:lnTo>
                  <a:pt x="1375" y="161"/>
                </a:lnTo>
                <a:lnTo>
                  <a:pt x="1372" y="170"/>
                </a:lnTo>
                <a:lnTo>
                  <a:pt x="1372" y="170"/>
                </a:lnTo>
                <a:lnTo>
                  <a:pt x="1370" y="178"/>
                </a:lnTo>
                <a:lnTo>
                  <a:pt x="1370" y="178"/>
                </a:lnTo>
                <a:lnTo>
                  <a:pt x="1368" y="188"/>
                </a:lnTo>
                <a:lnTo>
                  <a:pt x="1368" y="188"/>
                </a:lnTo>
                <a:lnTo>
                  <a:pt x="1365" y="196"/>
                </a:lnTo>
                <a:lnTo>
                  <a:pt x="1365" y="196"/>
                </a:lnTo>
                <a:lnTo>
                  <a:pt x="1362" y="206"/>
                </a:lnTo>
                <a:lnTo>
                  <a:pt x="1362" y="206"/>
                </a:lnTo>
                <a:lnTo>
                  <a:pt x="1360" y="214"/>
                </a:lnTo>
                <a:lnTo>
                  <a:pt x="1360" y="214"/>
                </a:lnTo>
                <a:lnTo>
                  <a:pt x="1357" y="223"/>
                </a:lnTo>
                <a:lnTo>
                  <a:pt x="1357" y="223"/>
                </a:lnTo>
                <a:lnTo>
                  <a:pt x="1353" y="231"/>
                </a:lnTo>
                <a:lnTo>
                  <a:pt x="1353" y="231"/>
                </a:lnTo>
                <a:lnTo>
                  <a:pt x="1350" y="241"/>
                </a:lnTo>
                <a:lnTo>
                  <a:pt x="1350" y="241"/>
                </a:lnTo>
                <a:lnTo>
                  <a:pt x="1347" y="249"/>
                </a:lnTo>
                <a:lnTo>
                  <a:pt x="1347" y="249"/>
                </a:lnTo>
                <a:lnTo>
                  <a:pt x="1343" y="259"/>
                </a:lnTo>
                <a:lnTo>
                  <a:pt x="1343" y="259"/>
                </a:lnTo>
                <a:lnTo>
                  <a:pt x="1341" y="268"/>
                </a:lnTo>
                <a:lnTo>
                  <a:pt x="1341" y="268"/>
                </a:lnTo>
                <a:lnTo>
                  <a:pt x="1336" y="276"/>
                </a:lnTo>
                <a:lnTo>
                  <a:pt x="1336" y="276"/>
                </a:lnTo>
                <a:lnTo>
                  <a:pt x="1332" y="286"/>
                </a:lnTo>
                <a:lnTo>
                  <a:pt x="1332" y="286"/>
                </a:lnTo>
                <a:lnTo>
                  <a:pt x="1330" y="295"/>
                </a:lnTo>
                <a:lnTo>
                  <a:pt x="1330" y="295"/>
                </a:lnTo>
                <a:lnTo>
                  <a:pt x="1326" y="304"/>
                </a:lnTo>
                <a:lnTo>
                  <a:pt x="1326" y="304"/>
                </a:lnTo>
                <a:lnTo>
                  <a:pt x="1321" y="313"/>
                </a:lnTo>
                <a:lnTo>
                  <a:pt x="1321" y="313"/>
                </a:lnTo>
                <a:lnTo>
                  <a:pt x="1317" y="323"/>
                </a:lnTo>
                <a:lnTo>
                  <a:pt x="1317" y="323"/>
                </a:lnTo>
                <a:lnTo>
                  <a:pt x="1313" y="332"/>
                </a:lnTo>
                <a:lnTo>
                  <a:pt x="1313" y="332"/>
                </a:lnTo>
                <a:lnTo>
                  <a:pt x="1309" y="342"/>
                </a:lnTo>
                <a:lnTo>
                  <a:pt x="1309" y="342"/>
                </a:lnTo>
                <a:lnTo>
                  <a:pt x="1305" y="350"/>
                </a:lnTo>
                <a:lnTo>
                  <a:pt x="1305" y="350"/>
                </a:lnTo>
                <a:lnTo>
                  <a:pt x="1301" y="359"/>
                </a:lnTo>
                <a:lnTo>
                  <a:pt x="1301" y="359"/>
                </a:lnTo>
                <a:lnTo>
                  <a:pt x="1296" y="369"/>
                </a:lnTo>
                <a:lnTo>
                  <a:pt x="1296" y="369"/>
                </a:lnTo>
                <a:lnTo>
                  <a:pt x="1292" y="378"/>
                </a:lnTo>
                <a:lnTo>
                  <a:pt x="1292" y="378"/>
                </a:lnTo>
                <a:lnTo>
                  <a:pt x="1287" y="388"/>
                </a:lnTo>
                <a:lnTo>
                  <a:pt x="1287" y="388"/>
                </a:lnTo>
                <a:lnTo>
                  <a:pt x="1282" y="398"/>
                </a:lnTo>
                <a:lnTo>
                  <a:pt x="1282" y="398"/>
                </a:lnTo>
                <a:lnTo>
                  <a:pt x="1278" y="407"/>
                </a:lnTo>
                <a:lnTo>
                  <a:pt x="1278" y="407"/>
                </a:lnTo>
                <a:lnTo>
                  <a:pt x="1272" y="417"/>
                </a:lnTo>
                <a:lnTo>
                  <a:pt x="1272" y="417"/>
                </a:lnTo>
                <a:lnTo>
                  <a:pt x="1267" y="426"/>
                </a:lnTo>
                <a:lnTo>
                  <a:pt x="1267" y="426"/>
                </a:lnTo>
                <a:lnTo>
                  <a:pt x="1263" y="436"/>
                </a:lnTo>
                <a:lnTo>
                  <a:pt x="1263" y="436"/>
                </a:lnTo>
                <a:lnTo>
                  <a:pt x="1257" y="445"/>
                </a:lnTo>
                <a:lnTo>
                  <a:pt x="1257" y="445"/>
                </a:lnTo>
                <a:lnTo>
                  <a:pt x="1252" y="455"/>
                </a:lnTo>
                <a:lnTo>
                  <a:pt x="1252" y="455"/>
                </a:lnTo>
                <a:lnTo>
                  <a:pt x="1247" y="464"/>
                </a:lnTo>
                <a:lnTo>
                  <a:pt x="1247" y="464"/>
                </a:lnTo>
                <a:lnTo>
                  <a:pt x="1241" y="474"/>
                </a:lnTo>
                <a:lnTo>
                  <a:pt x="1241" y="474"/>
                </a:lnTo>
                <a:lnTo>
                  <a:pt x="1236" y="483"/>
                </a:lnTo>
                <a:lnTo>
                  <a:pt x="1236" y="483"/>
                </a:lnTo>
                <a:lnTo>
                  <a:pt x="1230" y="494"/>
                </a:lnTo>
                <a:lnTo>
                  <a:pt x="1230" y="494"/>
                </a:lnTo>
                <a:lnTo>
                  <a:pt x="1225" y="504"/>
                </a:lnTo>
                <a:lnTo>
                  <a:pt x="1225" y="504"/>
                </a:lnTo>
                <a:lnTo>
                  <a:pt x="1219" y="513"/>
                </a:lnTo>
                <a:lnTo>
                  <a:pt x="1219" y="513"/>
                </a:lnTo>
                <a:lnTo>
                  <a:pt x="1214" y="523"/>
                </a:lnTo>
                <a:lnTo>
                  <a:pt x="1214" y="523"/>
                </a:lnTo>
                <a:lnTo>
                  <a:pt x="1208" y="532"/>
                </a:lnTo>
                <a:lnTo>
                  <a:pt x="1208" y="532"/>
                </a:lnTo>
                <a:lnTo>
                  <a:pt x="1202" y="543"/>
                </a:lnTo>
                <a:lnTo>
                  <a:pt x="1202" y="543"/>
                </a:lnTo>
                <a:lnTo>
                  <a:pt x="1196" y="553"/>
                </a:lnTo>
                <a:lnTo>
                  <a:pt x="1196" y="553"/>
                </a:lnTo>
                <a:lnTo>
                  <a:pt x="1191" y="562"/>
                </a:lnTo>
                <a:lnTo>
                  <a:pt x="1191" y="562"/>
                </a:lnTo>
                <a:lnTo>
                  <a:pt x="1184" y="572"/>
                </a:lnTo>
                <a:lnTo>
                  <a:pt x="1184" y="572"/>
                </a:lnTo>
                <a:lnTo>
                  <a:pt x="1179" y="583"/>
                </a:lnTo>
                <a:lnTo>
                  <a:pt x="1179" y="583"/>
                </a:lnTo>
                <a:lnTo>
                  <a:pt x="1172" y="592"/>
                </a:lnTo>
                <a:lnTo>
                  <a:pt x="1172" y="592"/>
                </a:lnTo>
                <a:lnTo>
                  <a:pt x="1166" y="602"/>
                </a:lnTo>
                <a:lnTo>
                  <a:pt x="1166" y="602"/>
                </a:lnTo>
                <a:lnTo>
                  <a:pt x="1159" y="613"/>
                </a:lnTo>
                <a:lnTo>
                  <a:pt x="1159" y="613"/>
                </a:lnTo>
                <a:lnTo>
                  <a:pt x="1153" y="622"/>
                </a:lnTo>
                <a:lnTo>
                  <a:pt x="1153" y="622"/>
                </a:lnTo>
                <a:lnTo>
                  <a:pt x="1147" y="633"/>
                </a:lnTo>
                <a:lnTo>
                  <a:pt x="1147" y="633"/>
                </a:lnTo>
                <a:lnTo>
                  <a:pt x="1140" y="643"/>
                </a:lnTo>
                <a:lnTo>
                  <a:pt x="1140" y="643"/>
                </a:lnTo>
                <a:lnTo>
                  <a:pt x="1134" y="652"/>
                </a:lnTo>
                <a:lnTo>
                  <a:pt x="1134" y="652"/>
                </a:lnTo>
                <a:lnTo>
                  <a:pt x="1127" y="663"/>
                </a:lnTo>
                <a:lnTo>
                  <a:pt x="1127" y="663"/>
                </a:lnTo>
                <a:lnTo>
                  <a:pt x="1120" y="673"/>
                </a:lnTo>
                <a:lnTo>
                  <a:pt x="1120" y="673"/>
                </a:lnTo>
                <a:lnTo>
                  <a:pt x="1113" y="683"/>
                </a:lnTo>
                <a:lnTo>
                  <a:pt x="1113" y="683"/>
                </a:lnTo>
                <a:lnTo>
                  <a:pt x="1106" y="693"/>
                </a:lnTo>
                <a:lnTo>
                  <a:pt x="1106" y="693"/>
                </a:lnTo>
                <a:lnTo>
                  <a:pt x="1100" y="704"/>
                </a:lnTo>
                <a:lnTo>
                  <a:pt x="1100" y="704"/>
                </a:lnTo>
                <a:lnTo>
                  <a:pt x="1093" y="713"/>
                </a:lnTo>
                <a:lnTo>
                  <a:pt x="1093" y="713"/>
                </a:lnTo>
                <a:lnTo>
                  <a:pt x="1086" y="724"/>
                </a:lnTo>
                <a:lnTo>
                  <a:pt x="1086" y="724"/>
                </a:lnTo>
                <a:lnTo>
                  <a:pt x="1079" y="735"/>
                </a:lnTo>
                <a:lnTo>
                  <a:pt x="1079" y="735"/>
                </a:lnTo>
                <a:lnTo>
                  <a:pt x="1072" y="745"/>
                </a:lnTo>
                <a:lnTo>
                  <a:pt x="1072" y="745"/>
                </a:lnTo>
                <a:lnTo>
                  <a:pt x="1066" y="756"/>
                </a:lnTo>
                <a:lnTo>
                  <a:pt x="1066" y="756"/>
                </a:lnTo>
                <a:lnTo>
                  <a:pt x="1059" y="767"/>
                </a:lnTo>
                <a:lnTo>
                  <a:pt x="1059" y="767"/>
                </a:lnTo>
                <a:lnTo>
                  <a:pt x="1051" y="776"/>
                </a:lnTo>
                <a:lnTo>
                  <a:pt x="1051" y="776"/>
                </a:lnTo>
                <a:lnTo>
                  <a:pt x="1044" y="787"/>
                </a:lnTo>
                <a:lnTo>
                  <a:pt x="1044" y="787"/>
                </a:lnTo>
                <a:lnTo>
                  <a:pt x="1037" y="798"/>
                </a:lnTo>
                <a:lnTo>
                  <a:pt x="1037" y="798"/>
                </a:lnTo>
                <a:lnTo>
                  <a:pt x="1029" y="807"/>
                </a:lnTo>
                <a:lnTo>
                  <a:pt x="1029" y="807"/>
                </a:lnTo>
                <a:lnTo>
                  <a:pt x="1022" y="818"/>
                </a:lnTo>
                <a:lnTo>
                  <a:pt x="1022" y="818"/>
                </a:lnTo>
                <a:lnTo>
                  <a:pt x="1015" y="829"/>
                </a:lnTo>
                <a:lnTo>
                  <a:pt x="1015" y="829"/>
                </a:lnTo>
                <a:lnTo>
                  <a:pt x="1007" y="839"/>
                </a:lnTo>
                <a:lnTo>
                  <a:pt x="1007" y="839"/>
                </a:lnTo>
                <a:lnTo>
                  <a:pt x="1000" y="850"/>
                </a:lnTo>
                <a:lnTo>
                  <a:pt x="1000" y="850"/>
                </a:lnTo>
                <a:lnTo>
                  <a:pt x="992" y="860"/>
                </a:lnTo>
                <a:lnTo>
                  <a:pt x="992" y="860"/>
                </a:lnTo>
                <a:lnTo>
                  <a:pt x="985" y="871"/>
                </a:lnTo>
                <a:lnTo>
                  <a:pt x="985" y="871"/>
                </a:lnTo>
                <a:lnTo>
                  <a:pt x="977" y="882"/>
                </a:lnTo>
                <a:lnTo>
                  <a:pt x="977" y="882"/>
                </a:lnTo>
                <a:lnTo>
                  <a:pt x="969" y="892"/>
                </a:lnTo>
                <a:lnTo>
                  <a:pt x="969" y="892"/>
                </a:lnTo>
                <a:lnTo>
                  <a:pt x="962" y="903"/>
                </a:lnTo>
                <a:lnTo>
                  <a:pt x="962" y="903"/>
                </a:lnTo>
                <a:lnTo>
                  <a:pt x="954" y="914"/>
                </a:lnTo>
                <a:lnTo>
                  <a:pt x="954" y="914"/>
                </a:lnTo>
                <a:lnTo>
                  <a:pt x="947" y="924"/>
                </a:lnTo>
                <a:lnTo>
                  <a:pt x="947" y="924"/>
                </a:lnTo>
                <a:lnTo>
                  <a:pt x="939" y="935"/>
                </a:lnTo>
                <a:lnTo>
                  <a:pt x="939" y="935"/>
                </a:lnTo>
                <a:lnTo>
                  <a:pt x="931" y="946"/>
                </a:lnTo>
                <a:lnTo>
                  <a:pt x="931" y="946"/>
                </a:lnTo>
                <a:lnTo>
                  <a:pt x="924" y="957"/>
                </a:lnTo>
                <a:lnTo>
                  <a:pt x="924" y="957"/>
                </a:lnTo>
                <a:lnTo>
                  <a:pt x="916" y="968"/>
                </a:lnTo>
                <a:lnTo>
                  <a:pt x="916" y="968"/>
                </a:lnTo>
                <a:lnTo>
                  <a:pt x="908" y="979"/>
                </a:lnTo>
                <a:lnTo>
                  <a:pt x="908" y="979"/>
                </a:lnTo>
                <a:lnTo>
                  <a:pt x="899" y="990"/>
                </a:lnTo>
                <a:lnTo>
                  <a:pt x="899" y="990"/>
                </a:lnTo>
                <a:lnTo>
                  <a:pt x="891" y="1001"/>
                </a:lnTo>
                <a:lnTo>
                  <a:pt x="891" y="1001"/>
                </a:lnTo>
                <a:lnTo>
                  <a:pt x="884" y="1012"/>
                </a:lnTo>
                <a:lnTo>
                  <a:pt x="884" y="1012"/>
                </a:lnTo>
                <a:lnTo>
                  <a:pt x="876" y="1022"/>
                </a:lnTo>
                <a:lnTo>
                  <a:pt x="876" y="1022"/>
                </a:lnTo>
                <a:lnTo>
                  <a:pt x="868" y="1033"/>
                </a:lnTo>
                <a:lnTo>
                  <a:pt x="868" y="1033"/>
                </a:lnTo>
                <a:lnTo>
                  <a:pt x="860" y="1044"/>
                </a:lnTo>
                <a:lnTo>
                  <a:pt x="860" y="1044"/>
                </a:lnTo>
                <a:lnTo>
                  <a:pt x="852" y="1055"/>
                </a:lnTo>
                <a:lnTo>
                  <a:pt x="852" y="1055"/>
                </a:lnTo>
                <a:lnTo>
                  <a:pt x="844" y="1066"/>
                </a:lnTo>
                <a:lnTo>
                  <a:pt x="844" y="1066"/>
                </a:lnTo>
                <a:lnTo>
                  <a:pt x="835" y="1077"/>
                </a:lnTo>
                <a:lnTo>
                  <a:pt x="835" y="1077"/>
                </a:lnTo>
                <a:lnTo>
                  <a:pt x="829" y="1088"/>
                </a:lnTo>
                <a:lnTo>
                  <a:pt x="829" y="1088"/>
                </a:lnTo>
                <a:lnTo>
                  <a:pt x="821" y="1099"/>
                </a:lnTo>
                <a:lnTo>
                  <a:pt x="821" y="1099"/>
                </a:lnTo>
                <a:lnTo>
                  <a:pt x="812" y="1110"/>
                </a:lnTo>
                <a:lnTo>
                  <a:pt x="812" y="1110"/>
                </a:lnTo>
                <a:lnTo>
                  <a:pt x="804" y="1121"/>
                </a:lnTo>
                <a:lnTo>
                  <a:pt x="804" y="1121"/>
                </a:lnTo>
                <a:lnTo>
                  <a:pt x="796" y="1133"/>
                </a:lnTo>
                <a:lnTo>
                  <a:pt x="796" y="1133"/>
                </a:lnTo>
                <a:lnTo>
                  <a:pt x="788" y="1144"/>
                </a:lnTo>
                <a:lnTo>
                  <a:pt x="788" y="1144"/>
                </a:lnTo>
                <a:lnTo>
                  <a:pt x="780" y="1155"/>
                </a:lnTo>
                <a:lnTo>
                  <a:pt x="780" y="1155"/>
                </a:lnTo>
                <a:lnTo>
                  <a:pt x="771" y="1165"/>
                </a:lnTo>
                <a:lnTo>
                  <a:pt x="771" y="1165"/>
                </a:lnTo>
                <a:lnTo>
                  <a:pt x="763" y="1176"/>
                </a:lnTo>
                <a:lnTo>
                  <a:pt x="763" y="1176"/>
                </a:lnTo>
                <a:lnTo>
                  <a:pt x="755" y="1189"/>
                </a:lnTo>
                <a:lnTo>
                  <a:pt x="755" y="1189"/>
                </a:lnTo>
                <a:lnTo>
                  <a:pt x="747" y="1199"/>
                </a:lnTo>
                <a:lnTo>
                  <a:pt x="747" y="1199"/>
                </a:lnTo>
                <a:lnTo>
                  <a:pt x="739" y="1210"/>
                </a:lnTo>
                <a:lnTo>
                  <a:pt x="739" y="1210"/>
                </a:lnTo>
                <a:lnTo>
                  <a:pt x="731" y="1221"/>
                </a:lnTo>
                <a:lnTo>
                  <a:pt x="731" y="1221"/>
                </a:lnTo>
                <a:lnTo>
                  <a:pt x="722" y="1234"/>
                </a:lnTo>
                <a:lnTo>
                  <a:pt x="722" y="1234"/>
                </a:lnTo>
                <a:lnTo>
                  <a:pt x="714" y="1244"/>
                </a:lnTo>
                <a:lnTo>
                  <a:pt x="714" y="1244"/>
                </a:lnTo>
                <a:lnTo>
                  <a:pt x="706" y="1255"/>
                </a:lnTo>
                <a:lnTo>
                  <a:pt x="706" y="1255"/>
                </a:lnTo>
                <a:lnTo>
                  <a:pt x="698" y="1266"/>
                </a:lnTo>
                <a:lnTo>
                  <a:pt x="698" y="1266"/>
                </a:lnTo>
                <a:lnTo>
                  <a:pt x="690" y="1278"/>
                </a:lnTo>
                <a:lnTo>
                  <a:pt x="690" y="1278"/>
                </a:lnTo>
                <a:lnTo>
                  <a:pt x="682" y="1289"/>
                </a:lnTo>
                <a:lnTo>
                  <a:pt x="682" y="1289"/>
                </a:lnTo>
                <a:lnTo>
                  <a:pt x="673" y="1300"/>
                </a:lnTo>
                <a:lnTo>
                  <a:pt x="673" y="1300"/>
                </a:lnTo>
                <a:lnTo>
                  <a:pt x="665" y="1312"/>
                </a:lnTo>
                <a:lnTo>
                  <a:pt x="665" y="1312"/>
                </a:lnTo>
                <a:lnTo>
                  <a:pt x="657" y="1323"/>
                </a:lnTo>
                <a:lnTo>
                  <a:pt x="657" y="1323"/>
                </a:lnTo>
                <a:lnTo>
                  <a:pt x="649" y="1336"/>
                </a:lnTo>
                <a:lnTo>
                  <a:pt x="649" y="1336"/>
                </a:lnTo>
                <a:lnTo>
                  <a:pt x="641" y="1347"/>
                </a:lnTo>
                <a:lnTo>
                  <a:pt x="641" y="1347"/>
                </a:lnTo>
                <a:lnTo>
                  <a:pt x="633" y="1357"/>
                </a:lnTo>
                <a:lnTo>
                  <a:pt x="633" y="1357"/>
                </a:lnTo>
                <a:lnTo>
                  <a:pt x="624" y="1370"/>
                </a:lnTo>
                <a:lnTo>
                  <a:pt x="624" y="1370"/>
                </a:lnTo>
                <a:lnTo>
                  <a:pt x="616" y="1381"/>
                </a:lnTo>
                <a:lnTo>
                  <a:pt x="616" y="1381"/>
                </a:lnTo>
                <a:lnTo>
                  <a:pt x="608" y="1393"/>
                </a:lnTo>
                <a:lnTo>
                  <a:pt x="608" y="1393"/>
                </a:lnTo>
                <a:lnTo>
                  <a:pt x="600" y="1404"/>
                </a:lnTo>
                <a:lnTo>
                  <a:pt x="600" y="1404"/>
                </a:lnTo>
                <a:lnTo>
                  <a:pt x="592" y="1416"/>
                </a:lnTo>
                <a:lnTo>
                  <a:pt x="592" y="1416"/>
                </a:lnTo>
                <a:lnTo>
                  <a:pt x="584" y="1427"/>
                </a:lnTo>
                <a:lnTo>
                  <a:pt x="584" y="1427"/>
                </a:lnTo>
                <a:lnTo>
                  <a:pt x="575" y="1439"/>
                </a:lnTo>
                <a:lnTo>
                  <a:pt x="575" y="1439"/>
                </a:lnTo>
                <a:lnTo>
                  <a:pt x="567" y="1450"/>
                </a:lnTo>
                <a:lnTo>
                  <a:pt x="567" y="1450"/>
                </a:lnTo>
                <a:lnTo>
                  <a:pt x="559" y="1462"/>
                </a:lnTo>
                <a:lnTo>
                  <a:pt x="559" y="1462"/>
                </a:lnTo>
                <a:lnTo>
                  <a:pt x="551" y="1473"/>
                </a:lnTo>
                <a:lnTo>
                  <a:pt x="551" y="1473"/>
                </a:lnTo>
                <a:lnTo>
                  <a:pt x="543" y="1485"/>
                </a:lnTo>
                <a:lnTo>
                  <a:pt x="543" y="1485"/>
                </a:lnTo>
                <a:lnTo>
                  <a:pt x="536" y="1496"/>
                </a:lnTo>
                <a:lnTo>
                  <a:pt x="536" y="1496"/>
                </a:lnTo>
                <a:lnTo>
                  <a:pt x="528" y="1509"/>
                </a:lnTo>
                <a:lnTo>
                  <a:pt x="528" y="1509"/>
                </a:lnTo>
                <a:lnTo>
                  <a:pt x="520" y="1519"/>
                </a:lnTo>
                <a:lnTo>
                  <a:pt x="520" y="1519"/>
                </a:lnTo>
                <a:lnTo>
                  <a:pt x="511" y="1532"/>
                </a:lnTo>
                <a:lnTo>
                  <a:pt x="511" y="1532"/>
                </a:lnTo>
                <a:lnTo>
                  <a:pt x="503" y="1543"/>
                </a:lnTo>
                <a:lnTo>
                  <a:pt x="503" y="1543"/>
                </a:lnTo>
                <a:lnTo>
                  <a:pt x="495" y="1555"/>
                </a:lnTo>
                <a:lnTo>
                  <a:pt x="495" y="1555"/>
                </a:lnTo>
                <a:lnTo>
                  <a:pt x="488" y="1567"/>
                </a:lnTo>
                <a:lnTo>
                  <a:pt x="488" y="1567"/>
                </a:lnTo>
                <a:lnTo>
                  <a:pt x="480" y="1578"/>
                </a:lnTo>
                <a:lnTo>
                  <a:pt x="480" y="1578"/>
                </a:lnTo>
                <a:lnTo>
                  <a:pt x="472" y="1590"/>
                </a:lnTo>
                <a:lnTo>
                  <a:pt x="472" y="1590"/>
                </a:lnTo>
                <a:lnTo>
                  <a:pt x="465" y="1601"/>
                </a:lnTo>
                <a:lnTo>
                  <a:pt x="465" y="1601"/>
                </a:lnTo>
                <a:lnTo>
                  <a:pt x="457" y="1613"/>
                </a:lnTo>
                <a:lnTo>
                  <a:pt x="457" y="1613"/>
                </a:lnTo>
                <a:lnTo>
                  <a:pt x="449" y="1626"/>
                </a:lnTo>
                <a:lnTo>
                  <a:pt x="449" y="1626"/>
                </a:lnTo>
                <a:lnTo>
                  <a:pt x="442" y="1637"/>
                </a:lnTo>
                <a:lnTo>
                  <a:pt x="442" y="1637"/>
                </a:lnTo>
                <a:lnTo>
                  <a:pt x="434" y="1649"/>
                </a:lnTo>
                <a:lnTo>
                  <a:pt x="434" y="1649"/>
                </a:lnTo>
                <a:lnTo>
                  <a:pt x="426" y="1661"/>
                </a:lnTo>
                <a:lnTo>
                  <a:pt x="426" y="1661"/>
                </a:lnTo>
                <a:lnTo>
                  <a:pt x="419" y="1672"/>
                </a:lnTo>
                <a:lnTo>
                  <a:pt x="419" y="1672"/>
                </a:lnTo>
                <a:lnTo>
                  <a:pt x="411" y="1684"/>
                </a:lnTo>
                <a:lnTo>
                  <a:pt x="411" y="1684"/>
                </a:lnTo>
                <a:lnTo>
                  <a:pt x="404" y="1696"/>
                </a:lnTo>
                <a:lnTo>
                  <a:pt x="404" y="1696"/>
                </a:lnTo>
                <a:lnTo>
                  <a:pt x="396" y="1709"/>
                </a:lnTo>
                <a:lnTo>
                  <a:pt x="396" y="1709"/>
                </a:lnTo>
                <a:lnTo>
                  <a:pt x="389" y="1720"/>
                </a:lnTo>
                <a:lnTo>
                  <a:pt x="389" y="1720"/>
                </a:lnTo>
                <a:lnTo>
                  <a:pt x="381" y="1732"/>
                </a:lnTo>
                <a:lnTo>
                  <a:pt x="381" y="1732"/>
                </a:lnTo>
                <a:lnTo>
                  <a:pt x="374" y="1744"/>
                </a:lnTo>
                <a:lnTo>
                  <a:pt x="374" y="1744"/>
                </a:lnTo>
                <a:lnTo>
                  <a:pt x="366" y="1755"/>
                </a:lnTo>
                <a:lnTo>
                  <a:pt x="366" y="1755"/>
                </a:lnTo>
                <a:lnTo>
                  <a:pt x="359" y="1767"/>
                </a:lnTo>
                <a:lnTo>
                  <a:pt x="359" y="1767"/>
                </a:lnTo>
                <a:lnTo>
                  <a:pt x="352" y="1779"/>
                </a:lnTo>
                <a:lnTo>
                  <a:pt x="352" y="1779"/>
                </a:lnTo>
                <a:lnTo>
                  <a:pt x="345" y="1792"/>
                </a:lnTo>
                <a:lnTo>
                  <a:pt x="345" y="1792"/>
                </a:lnTo>
                <a:lnTo>
                  <a:pt x="337" y="1804"/>
                </a:lnTo>
                <a:lnTo>
                  <a:pt x="337" y="1804"/>
                </a:lnTo>
                <a:lnTo>
                  <a:pt x="330" y="1815"/>
                </a:lnTo>
                <a:lnTo>
                  <a:pt x="330" y="1815"/>
                </a:lnTo>
                <a:lnTo>
                  <a:pt x="324" y="1827"/>
                </a:lnTo>
                <a:lnTo>
                  <a:pt x="324" y="1827"/>
                </a:lnTo>
                <a:lnTo>
                  <a:pt x="317" y="1839"/>
                </a:lnTo>
                <a:lnTo>
                  <a:pt x="317" y="1839"/>
                </a:lnTo>
                <a:lnTo>
                  <a:pt x="310" y="1852"/>
                </a:lnTo>
                <a:lnTo>
                  <a:pt x="310" y="1852"/>
                </a:lnTo>
                <a:lnTo>
                  <a:pt x="303" y="1864"/>
                </a:lnTo>
                <a:lnTo>
                  <a:pt x="303" y="1864"/>
                </a:lnTo>
                <a:lnTo>
                  <a:pt x="295" y="1875"/>
                </a:lnTo>
                <a:lnTo>
                  <a:pt x="295" y="1875"/>
                </a:lnTo>
                <a:lnTo>
                  <a:pt x="288" y="1887"/>
                </a:lnTo>
                <a:lnTo>
                  <a:pt x="288" y="1887"/>
                </a:lnTo>
                <a:lnTo>
                  <a:pt x="283" y="1899"/>
                </a:lnTo>
                <a:lnTo>
                  <a:pt x="283" y="1899"/>
                </a:lnTo>
                <a:lnTo>
                  <a:pt x="276" y="1912"/>
                </a:lnTo>
                <a:lnTo>
                  <a:pt x="276" y="1912"/>
                </a:lnTo>
                <a:lnTo>
                  <a:pt x="269" y="1924"/>
                </a:lnTo>
                <a:lnTo>
                  <a:pt x="269" y="1924"/>
                </a:lnTo>
                <a:lnTo>
                  <a:pt x="262" y="1936"/>
                </a:lnTo>
                <a:lnTo>
                  <a:pt x="262" y="1936"/>
                </a:lnTo>
                <a:lnTo>
                  <a:pt x="256" y="1947"/>
                </a:lnTo>
                <a:lnTo>
                  <a:pt x="256" y="1947"/>
                </a:lnTo>
                <a:lnTo>
                  <a:pt x="249" y="1959"/>
                </a:lnTo>
                <a:lnTo>
                  <a:pt x="249" y="1959"/>
                </a:lnTo>
                <a:lnTo>
                  <a:pt x="243" y="1971"/>
                </a:lnTo>
                <a:lnTo>
                  <a:pt x="243" y="1971"/>
                </a:lnTo>
                <a:lnTo>
                  <a:pt x="237" y="1984"/>
                </a:lnTo>
                <a:lnTo>
                  <a:pt x="237" y="1984"/>
                </a:lnTo>
                <a:lnTo>
                  <a:pt x="230" y="1996"/>
                </a:lnTo>
                <a:lnTo>
                  <a:pt x="230" y="1996"/>
                </a:lnTo>
                <a:lnTo>
                  <a:pt x="224" y="2008"/>
                </a:lnTo>
                <a:lnTo>
                  <a:pt x="224" y="2008"/>
                </a:lnTo>
                <a:lnTo>
                  <a:pt x="217" y="2020"/>
                </a:lnTo>
                <a:lnTo>
                  <a:pt x="217" y="2020"/>
                </a:lnTo>
                <a:lnTo>
                  <a:pt x="212" y="2033"/>
                </a:lnTo>
                <a:lnTo>
                  <a:pt x="212" y="2033"/>
                </a:lnTo>
                <a:lnTo>
                  <a:pt x="205" y="2045"/>
                </a:lnTo>
                <a:lnTo>
                  <a:pt x="205" y="2045"/>
                </a:lnTo>
                <a:lnTo>
                  <a:pt x="200" y="2057"/>
                </a:lnTo>
                <a:lnTo>
                  <a:pt x="200" y="2057"/>
                </a:lnTo>
                <a:lnTo>
                  <a:pt x="194" y="2068"/>
                </a:lnTo>
                <a:lnTo>
                  <a:pt x="194" y="2068"/>
                </a:lnTo>
                <a:lnTo>
                  <a:pt x="188" y="2080"/>
                </a:lnTo>
                <a:lnTo>
                  <a:pt x="188" y="2080"/>
                </a:lnTo>
                <a:lnTo>
                  <a:pt x="182" y="2093"/>
                </a:lnTo>
                <a:lnTo>
                  <a:pt x="182" y="2093"/>
                </a:lnTo>
                <a:lnTo>
                  <a:pt x="177" y="2105"/>
                </a:lnTo>
                <a:lnTo>
                  <a:pt x="177" y="2105"/>
                </a:lnTo>
                <a:lnTo>
                  <a:pt x="171" y="2117"/>
                </a:lnTo>
                <a:lnTo>
                  <a:pt x="171" y="2117"/>
                </a:lnTo>
                <a:lnTo>
                  <a:pt x="166" y="2129"/>
                </a:lnTo>
                <a:lnTo>
                  <a:pt x="166" y="2129"/>
                </a:lnTo>
                <a:lnTo>
                  <a:pt x="160" y="2142"/>
                </a:lnTo>
                <a:lnTo>
                  <a:pt x="160" y="2142"/>
                </a:lnTo>
                <a:lnTo>
                  <a:pt x="155" y="2154"/>
                </a:lnTo>
                <a:lnTo>
                  <a:pt x="155" y="2154"/>
                </a:lnTo>
                <a:lnTo>
                  <a:pt x="149" y="2166"/>
                </a:lnTo>
                <a:lnTo>
                  <a:pt x="149" y="2166"/>
                </a:lnTo>
                <a:lnTo>
                  <a:pt x="144" y="2178"/>
                </a:lnTo>
                <a:lnTo>
                  <a:pt x="144" y="2178"/>
                </a:lnTo>
                <a:lnTo>
                  <a:pt x="139" y="2191"/>
                </a:lnTo>
                <a:lnTo>
                  <a:pt x="139" y="2191"/>
                </a:lnTo>
                <a:lnTo>
                  <a:pt x="133" y="2203"/>
                </a:lnTo>
                <a:lnTo>
                  <a:pt x="133" y="2203"/>
                </a:lnTo>
                <a:lnTo>
                  <a:pt x="129" y="2215"/>
                </a:lnTo>
                <a:lnTo>
                  <a:pt x="129" y="2215"/>
                </a:lnTo>
                <a:lnTo>
                  <a:pt x="124" y="2227"/>
                </a:lnTo>
                <a:lnTo>
                  <a:pt x="124" y="2227"/>
                </a:lnTo>
                <a:lnTo>
                  <a:pt x="118" y="2240"/>
                </a:lnTo>
                <a:lnTo>
                  <a:pt x="118" y="2240"/>
                </a:lnTo>
                <a:lnTo>
                  <a:pt x="114" y="2252"/>
                </a:lnTo>
                <a:lnTo>
                  <a:pt x="114" y="2252"/>
                </a:lnTo>
                <a:lnTo>
                  <a:pt x="109" y="2264"/>
                </a:lnTo>
                <a:lnTo>
                  <a:pt x="109" y="2264"/>
                </a:lnTo>
                <a:lnTo>
                  <a:pt x="104" y="2276"/>
                </a:lnTo>
                <a:lnTo>
                  <a:pt x="104" y="2276"/>
                </a:lnTo>
                <a:lnTo>
                  <a:pt x="100" y="2289"/>
                </a:lnTo>
                <a:lnTo>
                  <a:pt x="100" y="2289"/>
                </a:lnTo>
                <a:lnTo>
                  <a:pt x="95" y="2301"/>
                </a:lnTo>
                <a:lnTo>
                  <a:pt x="95" y="2301"/>
                </a:lnTo>
                <a:lnTo>
                  <a:pt x="91" y="2313"/>
                </a:lnTo>
                <a:lnTo>
                  <a:pt x="91" y="2313"/>
                </a:lnTo>
                <a:lnTo>
                  <a:pt x="87" y="2325"/>
                </a:lnTo>
                <a:lnTo>
                  <a:pt x="87" y="2325"/>
                </a:lnTo>
                <a:lnTo>
                  <a:pt x="83" y="2338"/>
                </a:lnTo>
                <a:lnTo>
                  <a:pt x="83" y="2338"/>
                </a:lnTo>
                <a:lnTo>
                  <a:pt x="79" y="2350"/>
                </a:lnTo>
                <a:lnTo>
                  <a:pt x="79" y="2350"/>
                </a:lnTo>
                <a:lnTo>
                  <a:pt x="75" y="2362"/>
                </a:lnTo>
                <a:lnTo>
                  <a:pt x="75" y="2362"/>
                </a:lnTo>
                <a:lnTo>
                  <a:pt x="70" y="2374"/>
                </a:lnTo>
                <a:lnTo>
                  <a:pt x="70" y="2374"/>
                </a:lnTo>
                <a:lnTo>
                  <a:pt x="66" y="2387"/>
                </a:lnTo>
                <a:lnTo>
                  <a:pt x="66" y="2387"/>
                </a:lnTo>
                <a:lnTo>
                  <a:pt x="64" y="2399"/>
                </a:lnTo>
                <a:lnTo>
                  <a:pt x="64" y="2399"/>
                </a:lnTo>
                <a:lnTo>
                  <a:pt x="60" y="2413"/>
                </a:lnTo>
                <a:lnTo>
                  <a:pt x="60" y="2413"/>
                </a:lnTo>
                <a:lnTo>
                  <a:pt x="55" y="2425"/>
                </a:lnTo>
                <a:lnTo>
                  <a:pt x="55" y="2425"/>
                </a:lnTo>
                <a:lnTo>
                  <a:pt x="53" y="2437"/>
                </a:lnTo>
                <a:lnTo>
                  <a:pt x="53" y="2437"/>
                </a:lnTo>
                <a:lnTo>
                  <a:pt x="49" y="2449"/>
                </a:lnTo>
                <a:lnTo>
                  <a:pt x="49" y="2449"/>
                </a:lnTo>
                <a:lnTo>
                  <a:pt x="46" y="2462"/>
                </a:lnTo>
                <a:lnTo>
                  <a:pt x="46" y="2462"/>
                </a:lnTo>
                <a:lnTo>
                  <a:pt x="43" y="2474"/>
                </a:lnTo>
                <a:lnTo>
                  <a:pt x="43" y="2474"/>
                </a:lnTo>
                <a:lnTo>
                  <a:pt x="40" y="2486"/>
                </a:lnTo>
                <a:lnTo>
                  <a:pt x="40" y="2486"/>
                </a:lnTo>
                <a:lnTo>
                  <a:pt x="36" y="2498"/>
                </a:lnTo>
                <a:lnTo>
                  <a:pt x="36" y="2498"/>
                </a:lnTo>
                <a:lnTo>
                  <a:pt x="34" y="2511"/>
                </a:lnTo>
                <a:lnTo>
                  <a:pt x="34" y="2511"/>
                </a:lnTo>
                <a:lnTo>
                  <a:pt x="31" y="2523"/>
                </a:lnTo>
                <a:lnTo>
                  <a:pt x="31" y="2523"/>
                </a:lnTo>
                <a:lnTo>
                  <a:pt x="28" y="2535"/>
                </a:lnTo>
                <a:lnTo>
                  <a:pt x="28" y="2535"/>
                </a:lnTo>
                <a:lnTo>
                  <a:pt x="27" y="2547"/>
                </a:lnTo>
                <a:lnTo>
                  <a:pt x="27" y="2547"/>
                </a:lnTo>
                <a:lnTo>
                  <a:pt x="24" y="2560"/>
                </a:lnTo>
                <a:lnTo>
                  <a:pt x="24" y="2560"/>
                </a:lnTo>
                <a:lnTo>
                  <a:pt x="21" y="2572"/>
                </a:lnTo>
                <a:lnTo>
                  <a:pt x="21" y="2572"/>
                </a:lnTo>
                <a:lnTo>
                  <a:pt x="19" y="2585"/>
                </a:lnTo>
                <a:lnTo>
                  <a:pt x="19" y="2585"/>
                </a:lnTo>
                <a:lnTo>
                  <a:pt x="17" y="2598"/>
                </a:lnTo>
                <a:lnTo>
                  <a:pt x="17" y="2598"/>
                </a:lnTo>
                <a:lnTo>
                  <a:pt x="15" y="2610"/>
                </a:lnTo>
                <a:lnTo>
                  <a:pt x="15" y="2610"/>
                </a:lnTo>
                <a:lnTo>
                  <a:pt x="13" y="2622"/>
                </a:lnTo>
                <a:lnTo>
                  <a:pt x="13" y="2622"/>
                </a:lnTo>
                <a:lnTo>
                  <a:pt x="12" y="2634"/>
                </a:lnTo>
                <a:lnTo>
                  <a:pt x="12" y="2634"/>
                </a:lnTo>
                <a:lnTo>
                  <a:pt x="11" y="2647"/>
                </a:lnTo>
                <a:lnTo>
                  <a:pt x="11" y="2647"/>
                </a:lnTo>
                <a:lnTo>
                  <a:pt x="9" y="2659"/>
                </a:lnTo>
                <a:lnTo>
                  <a:pt x="9" y="2659"/>
                </a:lnTo>
                <a:lnTo>
                  <a:pt x="6" y="2671"/>
                </a:lnTo>
                <a:lnTo>
                  <a:pt x="6" y="2671"/>
                </a:lnTo>
                <a:lnTo>
                  <a:pt x="6" y="2683"/>
                </a:lnTo>
                <a:lnTo>
                  <a:pt x="6" y="2683"/>
                </a:lnTo>
                <a:lnTo>
                  <a:pt x="5" y="2696"/>
                </a:lnTo>
                <a:lnTo>
                  <a:pt x="5" y="2696"/>
                </a:lnTo>
                <a:lnTo>
                  <a:pt x="4" y="2709"/>
                </a:lnTo>
                <a:lnTo>
                  <a:pt x="4" y="2709"/>
                </a:lnTo>
                <a:lnTo>
                  <a:pt x="2" y="2722"/>
                </a:lnTo>
                <a:lnTo>
                  <a:pt x="2" y="2722"/>
                </a:lnTo>
                <a:lnTo>
                  <a:pt x="2" y="2734"/>
                </a:lnTo>
                <a:lnTo>
                  <a:pt x="2" y="2734"/>
                </a:lnTo>
                <a:lnTo>
                  <a:pt x="1" y="2746"/>
                </a:lnTo>
                <a:lnTo>
                  <a:pt x="1" y="2746"/>
                </a:lnTo>
                <a:lnTo>
                  <a:pt x="1" y="2758"/>
                </a:lnTo>
                <a:lnTo>
                  <a:pt x="1" y="2758"/>
                </a:lnTo>
                <a:lnTo>
                  <a:pt x="0" y="2771"/>
                </a:lnTo>
                <a:lnTo>
                  <a:pt x="0" y="2771"/>
                </a:lnTo>
                <a:lnTo>
                  <a:pt x="0" y="2783"/>
                </a:lnTo>
                <a:lnTo>
                  <a:pt x="0" y="2783"/>
                </a:lnTo>
                <a:lnTo>
                  <a:pt x="0" y="2795"/>
                </a:lnTo>
                <a:lnTo>
                  <a:pt x="0" y="2795"/>
                </a:lnTo>
                <a:lnTo>
                  <a:pt x="0" y="2807"/>
                </a:lnTo>
                <a:lnTo>
                  <a:pt x="0" y="2807"/>
                </a:lnTo>
                <a:lnTo>
                  <a:pt x="0" y="2817"/>
                </a:lnTo>
                <a:lnTo>
                  <a:pt x="0" y="2817"/>
                </a:lnTo>
                <a:lnTo>
                  <a:pt x="0" y="2826"/>
                </a:lnTo>
                <a:lnTo>
                  <a:pt x="0" y="2826"/>
                </a:lnTo>
                <a:lnTo>
                  <a:pt x="0" y="2836"/>
                </a:lnTo>
                <a:lnTo>
                  <a:pt x="0" y="2836"/>
                </a:lnTo>
                <a:lnTo>
                  <a:pt x="0" y="2844"/>
                </a:lnTo>
                <a:lnTo>
                  <a:pt x="0" y="2844"/>
                </a:lnTo>
                <a:lnTo>
                  <a:pt x="0" y="2854"/>
                </a:lnTo>
                <a:lnTo>
                  <a:pt x="0" y="2854"/>
                </a:lnTo>
                <a:lnTo>
                  <a:pt x="1" y="2863"/>
                </a:lnTo>
                <a:lnTo>
                  <a:pt x="1" y="2863"/>
                </a:lnTo>
                <a:lnTo>
                  <a:pt x="1" y="2873"/>
                </a:lnTo>
                <a:lnTo>
                  <a:pt x="1" y="2873"/>
                </a:lnTo>
                <a:lnTo>
                  <a:pt x="1" y="2881"/>
                </a:lnTo>
                <a:lnTo>
                  <a:pt x="1" y="2881"/>
                </a:lnTo>
                <a:lnTo>
                  <a:pt x="2" y="2890"/>
                </a:lnTo>
                <a:lnTo>
                  <a:pt x="2" y="2890"/>
                </a:lnTo>
                <a:lnTo>
                  <a:pt x="2" y="2900"/>
                </a:lnTo>
                <a:lnTo>
                  <a:pt x="2" y="2900"/>
                </a:lnTo>
                <a:lnTo>
                  <a:pt x="4" y="2908"/>
                </a:lnTo>
                <a:lnTo>
                  <a:pt x="4" y="2908"/>
                </a:lnTo>
                <a:lnTo>
                  <a:pt x="4" y="2918"/>
                </a:lnTo>
                <a:lnTo>
                  <a:pt x="4" y="2918"/>
                </a:lnTo>
                <a:lnTo>
                  <a:pt x="5" y="2927"/>
                </a:lnTo>
                <a:lnTo>
                  <a:pt x="5" y="2927"/>
                </a:lnTo>
                <a:lnTo>
                  <a:pt x="5" y="2935"/>
                </a:lnTo>
                <a:lnTo>
                  <a:pt x="5" y="2935"/>
                </a:lnTo>
                <a:lnTo>
                  <a:pt x="6" y="2945"/>
                </a:lnTo>
                <a:lnTo>
                  <a:pt x="6" y="2945"/>
                </a:lnTo>
                <a:lnTo>
                  <a:pt x="6" y="2954"/>
                </a:lnTo>
                <a:lnTo>
                  <a:pt x="6" y="2954"/>
                </a:lnTo>
                <a:lnTo>
                  <a:pt x="8" y="2963"/>
                </a:lnTo>
                <a:lnTo>
                  <a:pt x="8" y="2963"/>
                </a:lnTo>
                <a:lnTo>
                  <a:pt x="9" y="2972"/>
                </a:lnTo>
                <a:lnTo>
                  <a:pt x="9" y="2972"/>
                </a:lnTo>
                <a:lnTo>
                  <a:pt x="11" y="2982"/>
                </a:lnTo>
                <a:lnTo>
                  <a:pt x="11" y="2982"/>
                </a:lnTo>
                <a:lnTo>
                  <a:pt x="11" y="2990"/>
                </a:lnTo>
                <a:lnTo>
                  <a:pt x="11" y="2990"/>
                </a:lnTo>
                <a:lnTo>
                  <a:pt x="12" y="2999"/>
                </a:lnTo>
                <a:lnTo>
                  <a:pt x="12" y="2999"/>
                </a:lnTo>
                <a:lnTo>
                  <a:pt x="13" y="3008"/>
                </a:lnTo>
                <a:lnTo>
                  <a:pt x="13" y="3008"/>
                </a:lnTo>
                <a:lnTo>
                  <a:pt x="15" y="3017"/>
                </a:lnTo>
                <a:lnTo>
                  <a:pt x="15" y="3017"/>
                </a:lnTo>
                <a:lnTo>
                  <a:pt x="16" y="3025"/>
                </a:lnTo>
                <a:lnTo>
                  <a:pt x="16" y="3025"/>
                </a:lnTo>
                <a:lnTo>
                  <a:pt x="17" y="3035"/>
                </a:lnTo>
                <a:lnTo>
                  <a:pt x="17" y="3035"/>
                </a:lnTo>
                <a:lnTo>
                  <a:pt x="19" y="3043"/>
                </a:lnTo>
                <a:lnTo>
                  <a:pt x="19" y="3043"/>
                </a:lnTo>
                <a:lnTo>
                  <a:pt x="20" y="3052"/>
                </a:lnTo>
                <a:lnTo>
                  <a:pt x="20" y="3052"/>
                </a:lnTo>
                <a:lnTo>
                  <a:pt x="21" y="3061"/>
                </a:lnTo>
                <a:lnTo>
                  <a:pt x="21" y="3061"/>
                </a:lnTo>
                <a:lnTo>
                  <a:pt x="24" y="3070"/>
                </a:lnTo>
                <a:lnTo>
                  <a:pt x="24" y="3070"/>
                </a:lnTo>
                <a:lnTo>
                  <a:pt x="26" y="3078"/>
                </a:lnTo>
                <a:lnTo>
                  <a:pt x="26" y="3078"/>
                </a:lnTo>
                <a:lnTo>
                  <a:pt x="27" y="3088"/>
                </a:lnTo>
                <a:lnTo>
                  <a:pt x="27" y="3088"/>
                </a:lnTo>
                <a:lnTo>
                  <a:pt x="28" y="3096"/>
                </a:lnTo>
                <a:lnTo>
                  <a:pt x="28" y="3096"/>
                </a:lnTo>
                <a:lnTo>
                  <a:pt x="31" y="3104"/>
                </a:lnTo>
                <a:lnTo>
                  <a:pt x="31" y="3104"/>
                </a:lnTo>
                <a:lnTo>
                  <a:pt x="32" y="3114"/>
                </a:lnTo>
                <a:lnTo>
                  <a:pt x="32" y="3114"/>
                </a:lnTo>
                <a:lnTo>
                  <a:pt x="34" y="3122"/>
                </a:lnTo>
                <a:lnTo>
                  <a:pt x="34" y="3122"/>
                </a:lnTo>
                <a:lnTo>
                  <a:pt x="36" y="3131"/>
                </a:lnTo>
                <a:lnTo>
                  <a:pt x="36" y="3131"/>
                </a:lnTo>
                <a:lnTo>
                  <a:pt x="38" y="3140"/>
                </a:lnTo>
                <a:lnTo>
                  <a:pt x="38" y="3140"/>
                </a:lnTo>
                <a:lnTo>
                  <a:pt x="40" y="3148"/>
                </a:lnTo>
                <a:lnTo>
                  <a:pt x="40" y="3148"/>
                </a:lnTo>
                <a:lnTo>
                  <a:pt x="42" y="3157"/>
                </a:lnTo>
                <a:lnTo>
                  <a:pt x="42" y="3157"/>
                </a:lnTo>
                <a:lnTo>
                  <a:pt x="45" y="3165"/>
                </a:lnTo>
                <a:lnTo>
                  <a:pt x="45" y="3165"/>
                </a:lnTo>
                <a:lnTo>
                  <a:pt x="47" y="3174"/>
                </a:lnTo>
                <a:lnTo>
                  <a:pt x="47" y="3174"/>
                </a:lnTo>
                <a:lnTo>
                  <a:pt x="49" y="3182"/>
                </a:lnTo>
                <a:lnTo>
                  <a:pt x="49" y="3182"/>
                </a:lnTo>
                <a:lnTo>
                  <a:pt x="51" y="3191"/>
                </a:lnTo>
                <a:lnTo>
                  <a:pt x="51" y="3191"/>
                </a:lnTo>
                <a:lnTo>
                  <a:pt x="54" y="3199"/>
                </a:lnTo>
                <a:lnTo>
                  <a:pt x="54" y="3199"/>
                </a:lnTo>
                <a:lnTo>
                  <a:pt x="57" y="3208"/>
                </a:lnTo>
                <a:lnTo>
                  <a:pt x="57" y="3208"/>
                </a:lnTo>
                <a:lnTo>
                  <a:pt x="58" y="3216"/>
                </a:lnTo>
                <a:lnTo>
                  <a:pt x="58" y="3216"/>
                </a:lnTo>
                <a:lnTo>
                  <a:pt x="61" y="3224"/>
                </a:lnTo>
                <a:lnTo>
                  <a:pt x="61" y="3224"/>
                </a:lnTo>
                <a:lnTo>
                  <a:pt x="64" y="3234"/>
                </a:lnTo>
                <a:lnTo>
                  <a:pt x="64" y="3234"/>
                </a:lnTo>
                <a:lnTo>
                  <a:pt x="66" y="3242"/>
                </a:lnTo>
                <a:lnTo>
                  <a:pt x="66" y="3242"/>
                </a:lnTo>
                <a:lnTo>
                  <a:pt x="69" y="3250"/>
                </a:lnTo>
                <a:lnTo>
                  <a:pt x="69" y="3250"/>
                </a:lnTo>
                <a:lnTo>
                  <a:pt x="72" y="3258"/>
                </a:lnTo>
                <a:lnTo>
                  <a:pt x="72" y="3258"/>
                </a:lnTo>
                <a:lnTo>
                  <a:pt x="75" y="3266"/>
                </a:lnTo>
                <a:lnTo>
                  <a:pt x="75" y="3266"/>
                </a:lnTo>
                <a:lnTo>
                  <a:pt x="77" y="3274"/>
                </a:lnTo>
                <a:lnTo>
                  <a:pt x="77" y="3274"/>
                </a:lnTo>
                <a:lnTo>
                  <a:pt x="80" y="3283"/>
                </a:lnTo>
                <a:lnTo>
                  <a:pt x="80" y="3283"/>
                </a:lnTo>
                <a:lnTo>
                  <a:pt x="83" y="3291"/>
                </a:lnTo>
                <a:lnTo>
                  <a:pt x="83" y="3291"/>
                </a:lnTo>
                <a:lnTo>
                  <a:pt x="87" y="3299"/>
                </a:lnTo>
                <a:lnTo>
                  <a:pt x="87" y="3299"/>
                </a:lnTo>
                <a:lnTo>
                  <a:pt x="89" y="3307"/>
                </a:lnTo>
                <a:lnTo>
                  <a:pt x="89" y="3307"/>
                </a:lnTo>
                <a:lnTo>
                  <a:pt x="92" y="3315"/>
                </a:lnTo>
                <a:lnTo>
                  <a:pt x="92" y="3315"/>
                </a:lnTo>
                <a:lnTo>
                  <a:pt x="95" y="3323"/>
                </a:lnTo>
                <a:lnTo>
                  <a:pt x="95" y="3323"/>
                </a:lnTo>
                <a:lnTo>
                  <a:pt x="99" y="3332"/>
                </a:lnTo>
                <a:lnTo>
                  <a:pt x="99" y="3332"/>
                </a:lnTo>
                <a:lnTo>
                  <a:pt x="102" y="3340"/>
                </a:lnTo>
                <a:lnTo>
                  <a:pt x="102" y="3340"/>
                </a:lnTo>
                <a:lnTo>
                  <a:pt x="106" y="3348"/>
                </a:lnTo>
                <a:lnTo>
                  <a:pt x="106" y="3348"/>
                </a:lnTo>
                <a:lnTo>
                  <a:pt x="109" y="3356"/>
                </a:lnTo>
                <a:lnTo>
                  <a:pt x="109" y="3356"/>
                </a:lnTo>
                <a:lnTo>
                  <a:pt x="111" y="3364"/>
                </a:lnTo>
                <a:lnTo>
                  <a:pt x="111" y="3364"/>
                </a:lnTo>
                <a:lnTo>
                  <a:pt x="115" y="3372"/>
                </a:lnTo>
                <a:lnTo>
                  <a:pt x="115" y="3372"/>
                </a:lnTo>
                <a:lnTo>
                  <a:pt x="119" y="3381"/>
                </a:lnTo>
                <a:lnTo>
                  <a:pt x="119" y="3381"/>
                </a:lnTo>
                <a:lnTo>
                  <a:pt x="122" y="3389"/>
                </a:lnTo>
                <a:lnTo>
                  <a:pt x="122" y="3389"/>
                </a:lnTo>
                <a:lnTo>
                  <a:pt x="126" y="3397"/>
                </a:lnTo>
                <a:lnTo>
                  <a:pt x="126" y="3397"/>
                </a:lnTo>
                <a:lnTo>
                  <a:pt x="129" y="3404"/>
                </a:lnTo>
                <a:lnTo>
                  <a:pt x="129" y="3404"/>
                </a:lnTo>
                <a:lnTo>
                  <a:pt x="133" y="3412"/>
                </a:lnTo>
                <a:lnTo>
                  <a:pt x="133" y="3412"/>
                </a:lnTo>
                <a:lnTo>
                  <a:pt x="137" y="3420"/>
                </a:lnTo>
                <a:lnTo>
                  <a:pt x="137" y="3420"/>
                </a:lnTo>
                <a:lnTo>
                  <a:pt x="141" y="3428"/>
                </a:lnTo>
                <a:lnTo>
                  <a:pt x="141" y="3428"/>
                </a:lnTo>
                <a:lnTo>
                  <a:pt x="144" y="3435"/>
                </a:lnTo>
                <a:lnTo>
                  <a:pt x="144" y="3435"/>
                </a:lnTo>
                <a:lnTo>
                  <a:pt x="148" y="3443"/>
                </a:lnTo>
                <a:lnTo>
                  <a:pt x="148" y="3443"/>
                </a:lnTo>
                <a:lnTo>
                  <a:pt x="152" y="3451"/>
                </a:lnTo>
                <a:lnTo>
                  <a:pt x="152" y="3451"/>
                </a:lnTo>
                <a:lnTo>
                  <a:pt x="156" y="3458"/>
                </a:lnTo>
                <a:lnTo>
                  <a:pt x="156" y="3458"/>
                </a:lnTo>
                <a:lnTo>
                  <a:pt x="160" y="3466"/>
                </a:lnTo>
                <a:lnTo>
                  <a:pt x="160" y="3466"/>
                </a:lnTo>
                <a:lnTo>
                  <a:pt x="164" y="3475"/>
                </a:lnTo>
                <a:lnTo>
                  <a:pt x="164" y="3475"/>
                </a:lnTo>
                <a:lnTo>
                  <a:pt x="168" y="3481"/>
                </a:lnTo>
                <a:lnTo>
                  <a:pt x="168" y="3481"/>
                </a:lnTo>
                <a:lnTo>
                  <a:pt x="173" y="3489"/>
                </a:lnTo>
                <a:lnTo>
                  <a:pt x="173" y="3489"/>
                </a:lnTo>
                <a:lnTo>
                  <a:pt x="177" y="3498"/>
                </a:lnTo>
                <a:lnTo>
                  <a:pt x="177" y="3498"/>
                </a:lnTo>
                <a:lnTo>
                  <a:pt x="181" y="3504"/>
                </a:lnTo>
                <a:lnTo>
                  <a:pt x="181" y="3504"/>
                </a:lnTo>
                <a:lnTo>
                  <a:pt x="185" y="3513"/>
                </a:lnTo>
                <a:lnTo>
                  <a:pt x="185" y="3513"/>
                </a:lnTo>
                <a:lnTo>
                  <a:pt x="189" y="3519"/>
                </a:lnTo>
                <a:lnTo>
                  <a:pt x="189" y="3519"/>
                </a:lnTo>
                <a:lnTo>
                  <a:pt x="193" y="3528"/>
                </a:lnTo>
                <a:lnTo>
                  <a:pt x="193" y="3528"/>
                </a:lnTo>
                <a:lnTo>
                  <a:pt x="197" y="3534"/>
                </a:lnTo>
                <a:lnTo>
                  <a:pt x="197" y="3534"/>
                </a:lnTo>
                <a:lnTo>
                  <a:pt x="202" y="3543"/>
                </a:lnTo>
                <a:lnTo>
                  <a:pt x="202" y="3543"/>
                </a:lnTo>
                <a:lnTo>
                  <a:pt x="207" y="3549"/>
                </a:lnTo>
                <a:lnTo>
                  <a:pt x="207" y="3549"/>
                </a:lnTo>
                <a:lnTo>
                  <a:pt x="211" y="3556"/>
                </a:lnTo>
                <a:lnTo>
                  <a:pt x="211" y="3556"/>
                </a:lnTo>
                <a:lnTo>
                  <a:pt x="216" y="3564"/>
                </a:lnTo>
                <a:lnTo>
                  <a:pt x="216" y="3564"/>
                </a:lnTo>
                <a:lnTo>
                  <a:pt x="220" y="3571"/>
                </a:lnTo>
                <a:lnTo>
                  <a:pt x="220" y="3571"/>
                </a:lnTo>
                <a:lnTo>
                  <a:pt x="224" y="3578"/>
                </a:lnTo>
                <a:lnTo>
                  <a:pt x="224" y="3578"/>
                </a:lnTo>
                <a:lnTo>
                  <a:pt x="230" y="3586"/>
                </a:lnTo>
                <a:lnTo>
                  <a:pt x="230" y="3586"/>
                </a:lnTo>
                <a:lnTo>
                  <a:pt x="234" y="3593"/>
                </a:lnTo>
                <a:lnTo>
                  <a:pt x="234" y="3593"/>
                </a:lnTo>
                <a:lnTo>
                  <a:pt x="239" y="3600"/>
                </a:lnTo>
                <a:lnTo>
                  <a:pt x="239" y="3600"/>
                </a:lnTo>
                <a:lnTo>
                  <a:pt x="243" y="3608"/>
                </a:lnTo>
                <a:lnTo>
                  <a:pt x="243" y="3608"/>
                </a:lnTo>
                <a:lnTo>
                  <a:pt x="249" y="3615"/>
                </a:lnTo>
                <a:lnTo>
                  <a:pt x="249" y="3615"/>
                </a:lnTo>
                <a:lnTo>
                  <a:pt x="253" y="3622"/>
                </a:lnTo>
                <a:lnTo>
                  <a:pt x="253" y="3622"/>
                </a:lnTo>
                <a:lnTo>
                  <a:pt x="258" y="3628"/>
                </a:lnTo>
                <a:lnTo>
                  <a:pt x="258" y="3628"/>
                </a:lnTo>
                <a:lnTo>
                  <a:pt x="264" y="3635"/>
                </a:lnTo>
                <a:lnTo>
                  <a:pt x="264" y="3635"/>
                </a:lnTo>
                <a:lnTo>
                  <a:pt x="268" y="3642"/>
                </a:lnTo>
                <a:lnTo>
                  <a:pt x="268" y="3642"/>
                </a:lnTo>
                <a:lnTo>
                  <a:pt x="273" y="3650"/>
                </a:lnTo>
                <a:lnTo>
                  <a:pt x="273" y="3650"/>
                </a:lnTo>
                <a:lnTo>
                  <a:pt x="279" y="3657"/>
                </a:lnTo>
                <a:lnTo>
                  <a:pt x="279" y="3657"/>
                </a:lnTo>
                <a:lnTo>
                  <a:pt x="284" y="3664"/>
                </a:lnTo>
                <a:lnTo>
                  <a:pt x="284" y="3664"/>
                </a:lnTo>
                <a:lnTo>
                  <a:pt x="288" y="3671"/>
                </a:lnTo>
                <a:lnTo>
                  <a:pt x="288" y="3671"/>
                </a:lnTo>
                <a:lnTo>
                  <a:pt x="294" y="3677"/>
                </a:lnTo>
                <a:lnTo>
                  <a:pt x="294" y="3677"/>
                </a:lnTo>
                <a:lnTo>
                  <a:pt x="299" y="3684"/>
                </a:lnTo>
                <a:lnTo>
                  <a:pt x="299" y="3684"/>
                </a:lnTo>
                <a:lnTo>
                  <a:pt x="305" y="3691"/>
                </a:lnTo>
                <a:lnTo>
                  <a:pt x="305" y="3691"/>
                </a:lnTo>
                <a:lnTo>
                  <a:pt x="310" y="3698"/>
                </a:lnTo>
                <a:lnTo>
                  <a:pt x="310" y="3698"/>
                </a:lnTo>
                <a:lnTo>
                  <a:pt x="315" y="3705"/>
                </a:lnTo>
                <a:lnTo>
                  <a:pt x="315" y="3705"/>
                </a:lnTo>
                <a:lnTo>
                  <a:pt x="321" y="3711"/>
                </a:lnTo>
                <a:lnTo>
                  <a:pt x="321" y="3711"/>
                </a:lnTo>
                <a:lnTo>
                  <a:pt x="326" y="3717"/>
                </a:lnTo>
                <a:lnTo>
                  <a:pt x="326" y="3717"/>
                </a:lnTo>
                <a:lnTo>
                  <a:pt x="332" y="3724"/>
                </a:lnTo>
                <a:lnTo>
                  <a:pt x="332" y="3724"/>
                </a:lnTo>
                <a:lnTo>
                  <a:pt x="337" y="3730"/>
                </a:lnTo>
                <a:lnTo>
                  <a:pt x="337" y="3730"/>
                </a:lnTo>
                <a:lnTo>
                  <a:pt x="343" y="3737"/>
                </a:lnTo>
                <a:lnTo>
                  <a:pt x="343" y="3737"/>
                </a:lnTo>
                <a:lnTo>
                  <a:pt x="348" y="3744"/>
                </a:lnTo>
                <a:lnTo>
                  <a:pt x="348" y="3744"/>
                </a:lnTo>
                <a:lnTo>
                  <a:pt x="354" y="3750"/>
                </a:lnTo>
                <a:lnTo>
                  <a:pt x="354" y="3750"/>
                </a:lnTo>
                <a:lnTo>
                  <a:pt x="359" y="3756"/>
                </a:lnTo>
                <a:lnTo>
                  <a:pt x="359" y="3756"/>
                </a:lnTo>
                <a:lnTo>
                  <a:pt x="366" y="3763"/>
                </a:lnTo>
                <a:lnTo>
                  <a:pt x="366" y="3763"/>
                </a:lnTo>
                <a:lnTo>
                  <a:pt x="371" y="3770"/>
                </a:lnTo>
                <a:lnTo>
                  <a:pt x="371" y="3770"/>
                </a:lnTo>
                <a:lnTo>
                  <a:pt x="377" y="3775"/>
                </a:lnTo>
                <a:lnTo>
                  <a:pt x="377" y="3775"/>
                </a:lnTo>
                <a:lnTo>
                  <a:pt x="382" y="3782"/>
                </a:lnTo>
                <a:lnTo>
                  <a:pt x="382" y="3782"/>
                </a:lnTo>
                <a:lnTo>
                  <a:pt x="389" y="3788"/>
                </a:lnTo>
                <a:lnTo>
                  <a:pt x="389" y="3788"/>
                </a:lnTo>
                <a:lnTo>
                  <a:pt x="394" y="3794"/>
                </a:lnTo>
                <a:lnTo>
                  <a:pt x="394" y="3794"/>
                </a:lnTo>
                <a:lnTo>
                  <a:pt x="400" y="3801"/>
                </a:lnTo>
                <a:lnTo>
                  <a:pt x="400" y="3801"/>
                </a:lnTo>
                <a:lnTo>
                  <a:pt x="407" y="3807"/>
                </a:lnTo>
                <a:lnTo>
                  <a:pt x="407" y="3807"/>
                </a:lnTo>
                <a:lnTo>
                  <a:pt x="412" y="3814"/>
                </a:lnTo>
                <a:lnTo>
                  <a:pt x="412" y="3814"/>
                </a:lnTo>
                <a:lnTo>
                  <a:pt x="419" y="3819"/>
                </a:lnTo>
                <a:lnTo>
                  <a:pt x="419" y="3819"/>
                </a:lnTo>
                <a:lnTo>
                  <a:pt x="424" y="3824"/>
                </a:lnTo>
                <a:lnTo>
                  <a:pt x="424" y="3824"/>
                </a:lnTo>
                <a:lnTo>
                  <a:pt x="431" y="3831"/>
                </a:lnTo>
                <a:lnTo>
                  <a:pt x="431" y="3831"/>
                </a:lnTo>
                <a:lnTo>
                  <a:pt x="437" y="3837"/>
                </a:lnTo>
                <a:lnTo>
                  <a:pt x="437" y="3837"/>
                </a:lnTo>
                <a:lnTo>
                  <a:pt x="443" y="3843"/>
                </a:lnTo>
                <a:lnTo>
                  <a:pt x="443" y="3843"/>
                </a:lnTo>
                <a:lnTo>
                  <a:pt x="449" y="3849"/>
                </a:lnTo>
                <a:lnTo>
                  <a:pt x="449" y="3849"/>
                </a:lnTo>
                <a:lnTo>
                  <a:pt x="456" y="3854"/>
                </a:lnTo>
                <a:lnTo>
                  <a:pt x="456" y="3854"/>
                </a:lnTo>
                <a:lnTo>
                  <a:pt x="461" y="3861"/>
                </a:lnTo>
                <a:lnTo>
                  <a:pt x="461" y="3861"/>
                </a:lnTo>
                <a:lnTo>
                  <a:pt x="468" y="3867"/>
                </a:lnTo>
                <a:lnTo>
                  <a:pt x="468" y="3867"/>
                </a:lnTo>
                <a:lnTo>
                  <a:pt x="475" y="3872"/>
                </a:lnTo>
                <a:lnTo>
                  <a:pt x="475" y="3872"/>
                </a:lnTo>
                <a:lnTo>
                  <a:pt x="480" y="3878"/>
                </a:lnTo>
                <a:lnTo>
                  <a:pt x="480" y="3878"/>
                </a:lnTo>
                <a:lnTo>
                  <a:pt x="487" y="3883"/>
                </a:lnTo>
                <a:lnTo>
                  <a:pt x="487" y="3883"/>
                </a:lnTo>
                <a:lnTo>
                  <a:pt x="494" y="3890"/>
                </a:lnTo>
                <a:lnTo>
                  <a:pt x="494" y="3890"/>
                </a:lnTo>
                <a:lnTo>
                  <a:pt x="501" y="3895"/>
                </a:lnTo>
                <a:lnTo>
                  <a:pt x="501" y="3895"/>
                </a:lnTo>
                <a:lnTo>
                  <a:pt x="506" y="3901"/>
                </a:lnTo>
                <a:lnTo>
                  <a:pt x="506" y="3901"/>
                </a:lnTo>
                <a:lnTo>
                  <a:pt x="513" y="3906"/>
                </a:lnTo>
                <a:lnTo>
                  <a:pt x="513" y="3906"/>
                </a:lnTo>
                <a:lnTo>
                  <a:pt x="520" y="3912"/>
                </a:lnTo>
                <a:lnTo>
                  <a:pt x="520" y="3912"/>
                </a:lnTo>
                <a:lnTo>
                  <a:pt x="526" y="3917"/>
                </a:lnTo>
                <a:lnTo>
                  <a:pt x="526" y="3917"/>
                </a:lnTo>
                <a:lnTo>
                  <a:pt x="533" y="3922"/>
                </a:lnTo>
                <a:lnTo>
                  <a:pt x="533" y="3922"/>
                </a:lnTo>
                <a:lnTo>
                  <a:pt x="540" y="3928"/>
                </a:lnTo>
                <a:lnTo>
                  <a:pt x="540" y="3928"/>
                </a:lnTo>
                <a:lnTo>
                  <a:pt x="547" y="3933"/>
                </a:lnTo>
                <a:lnTo>
                  <a:pt x="547" y="3933"/>
                </a:lnTo>
                <a:lnTo>
                  <a:pt x="554" y="3939"/>
                </a:lnTo>
                <a:lnTo>
                  <a:pt x="554" y="3939"/>
                </a:lnTo>
                <a:lnTo>
                  <a:pt x="560" y="3943"/>
                </a:lnTo>
                <a:lnTo>
                  <a:pt x="560" y="3943"/>
                </a:lnTo>
                <a:lnTo>
                  <a:pt x="567" y="3948"/>
                </a:lnTo>
                <a:lnTo>
                  <a:pt x="567" y="3948"/>
                </a:lnTo>
                <a:lnTo>
                  <a:pt x="574" y="3954"/>
                </a:lnTo>
                <a:lnTo>
                  <a:pt x="574" y="3954"/>
                </a:lnTo>
                <a:lnTo>
                  <a:pt x="581" y="3959"/>
                </a:lnTo>
                <a:lnTo>
                  <a:pt x="581" y="3959"/>
                </a:lnTo>
                <a:lnTo>
                  <a:pt x="588" y="3963"/>
                </a:lnTo>
                <a:lnTo>
                  <a:pt x="588" y="3963"/>
                </a:lnTo>
                <a:lnTo>
                  <a:pt x="595" y="3969"/>
                </a:lnTo>
                <a:lnTo>
                  <a:pt x="595" y="3969"/>
                </a:lnTo>
                <a:lnTo>
                  <a:pt x="601" y="3974"/>
                </a:lnTo>
                <a:lnTo>
                  <a:pt x="601" y="3974"/>
                </a:lnTo>
                <a:lnTo>
                  <a:pt x="608" y="3980"/>
                </a:lnTo>
                <a:lnTo>
                  <a:pt x="608" y="3980"/>
                </a:lnTo>
                <a:lnTo>
                  <a:pt x="616" y="3984"/>
                </a:lnTo>
                <a:lnTo>
                  <a:pt x="616" y="3984"/>
                </a:lnTo>
                <a:lnTo>
                  <a:pt x="623" y="3989"/>
                </a:lnTo>
                <a:lnTo>
                  <a:pt x="623" y="3989"/>
                </a:lnTo>
                <a:lnTo>
                  <a:pt x="630" y="3993"/>
                </a:lnTo>
                <a:lnTo>
                  <a:pt x="630" y="3993"/>
                </a:lnTo>
                <a:lnTo>
                  <a:pt x="637" y="3999"/>
                </a:lnTo>
                <a:lnTo>
                  <a:pt x="637" y="3999"/>
                </a:lnTo>
                <a:lnTo>
                  <a:pt x="645" y="4003"/>
                </a:lnTo>
                <a:lnTo>
                  <a:pt x="645" y="4003"/>
                </a:lnTo>
                <a:lnTo>
                  <a:pt x="652" y="4008"/>
                </a:lnTo>
                <a:lnTo>
                  <a:pt x="652" y="4008"/>
                </a:lnTo>
                <a:lnTo>
                  <a:pt x="659" y="4012"/>
                </a:lnTo>
                <a:lnTo>
                  <a:pt x="659" y="4012"/>
                </a:lnTo>
                <a:lnTo>
                  <a:pt x="665" y="4018"/>
                </a:lnTo>
                <a:lnTo>
                  <a:pt x="665" y="4018"/>
                </a:lnTo>
                <a:lnTo>
                  <a:pt x="673" y="4022"/>
                </a:lnTo>
                <a:lnTo>
                  <a:pt x="673" y="4022"/>
                </a:lnTo>
                <a:lnTo>
                  <a:pt x="680" y="4026"/>
                </a:lnTo>
                <a:lnTo>
                  <a:pt x="680" y="4026"/>
                </a:lnTo>
                <a:lnTo>
                  <a:pt x="688" y="4031"/>
                </a:lnTo>
                <a:lnTo>
                  <a:pt x="688" y="4031"/>
                </a:lnTo>
                <a:lnTo>
                  <a:pt x="695" y="4035"/>
                </a:lnTo>
                <a:lnTo>
                  <a:pt x="695" y="4035"/>
                </a:lnTo>
                <a:lnTo>
                  <a:pt x="703" y="4040"/>
                </a:lnTo>
                <a:lnTo>
                  <a:pt x="703" y="4040"/>
                </a:lnTo>
                <a:lnTo>
                  <a:pt x="710" y="4044"/>
                </a:lnTo>
                <a:lnTo>
                  <a:pt x="710" y="4044"/>
                </a:lnTo>
                <a:lnTo>
                  <a:pt x="717" y="4049"/>
                </a:lnTo>
                <a:lnTo>
                  <a:pt x="717" y="4049"/>
                </a:lnTo>
                <a:lnTo>
                  <a:pt x="725" y="4053"/>
                </a:lnTo>
                <a:lnTo>
                  <a:pt x="725" y="4053"/>
                </a:lnTo>
                <a:lnTo>
                  <a:pt x="732" y="4057"/>
                </a:lnTo>
                <a:lnTo>
                  <a:pt x="732" y="4057"/>
                </a:lnTo>
                <a:lnTo>
                  <a:pt x="740" y="4061"/>
                </a:lnTo>
                <a:lnTo>
                  <a:pt x="740" y="4061"/>
                </a:lnTo>
                <a:lnTo>
                  <a:pt x="748" y="4065"/>
                </a:lnTo>
                <a:lnTo>
                  <a:pt x="748" y="4065"/>
                </a:lnTo>
                <a:lnTo>
                  <a:pt x="755" y="4069"/>
                </a:lnTo>
                <a:lnTo>
                  <a:pt x="755" y="4069"/>
                </a:lnTo>
                <a:lnTo>
                  <a:pt x="763" y="4074"/>
                </a:lnTo>
                <a:lnTo>
                  <a:pt x="763" y="4074"/>
                </a:lnTo>
                <a:lnTo>
                  <a:pt x="770" y="4078"/>
                </a:lnTo>
                <a:lnTo>
                  <a:pt x="770" y="4078"/>
                </a:lnTo>
                <a:lnTo>
                  <a:pt x="778" y="4082"/>
                </a:lnTo>
                <a:lnTo>
                  <a:pt x="778" y="4082"/>
                </a:lnTo>
                <a:lnTo>
                  <a:pt x="786" y="4086"/>
                </a:lnTo>
                <a:lnTo>
                  <a:pt x="786" y="4086"/>
                </a:lnTo>
                <a:lnTo>
                  <a:pt x="793" y="4089"/>
                </a:lnTo>
                <a:lnTo>
                  <a:pt x="793" y="4089"/>
                </a:lnTo>
                <a:lnTo>
                  <a:pt x="801" y="4093"/>
                </a:lnTo>
                <a:lnTo>
                  <a:pt x="801" y="4093"/>
                </a:lnTo>
                <a:lnTo>
                  <a:pt x="810" y="4097"/>
                </a:lnTo>
                <a:lnTo>
                  <a:pt x="810" y="4097"/>
                </a:lnTo>
                <a:lnTo>
                  <a:pt x="818" y="4101"/>
                </a:lnTo>
                <a:lnTo>
                  <a:pt x="818" y="4101"/>
                </a:lnTo>
                <a:lnTo>
                  <a:pt x="825" y="4105"/>
                </a:lnTo>
                <a:lnTo>
                  <a:pt x="825" y="4105"/>
                </a:lnTo>
                <a:lnTo>
                  <a:pt x="833" y="4108"/>
                </a:lnTo>
                <a:lnTo>
                  <a:pt x="833" y="4108"/>
                </a:lnTo>
                <a:lnTo>
                  <a:pt x="841" y="4112"/>
                </a:lnTo>
                <a:lnTo>
                  <a:pt x="841" y="4112"/>
                </a:lnTo>
                <a:lnTo>
                  <a:pt x="849" y="4114"/>
                </a:lnTo>
                <a:lnTo>
                  <a:pt x="849" y="4114"/>
                </a:lnTo>
                <a:lnTo>
                  <a:pt x="857" y="4118"/>
                </a:lnTo>
                <a:lnTo>
                  <a:pt x="857" y="4118"/>
                </a:lnTo>
                <a:lnTo>
                  <a:pt x="865" y="4123"/>
                </a:lnTo>
                <a:lnTo>
                  <a:pt x="865" y="4123"/>
                </a:lnTo>
                <a:lnTo>
                  <a:pt x="872" y="4125"/>
                </a:lnTo>
                <a:lnTo>
                  <a:pt x="872" y="4125"/>
                </a:lnTo>
                <a:lnTo>
                  <a:pt x="880" y="4129"/>
                </a:lnTo>
                <a:lnTo>
                  <a:pt x="880" y="4129"/>
                </a:lnTo>
                <a:lnTo>
                  <a:pt x="889" y="4132"/>
                </a:lnTo>
                <a:lnTo>
                  <a:pt x="889" y="4132"/>
                </a:lnTo>
                <a:lnTo>
                  <a:pt x="897" y="4135"/>
                </a:lnTo>
                <a:lnTo>
                  <a:pt x="897" y="4135"/>
                </a:lnTo>
                <a:lnTo>
                  <a:pt x="905" y="4139"/>
                </a:lnTo>
                <a:lnTo>
                  <a:pt x="905" y="4139"/>
                </a:lnTo>
                <a:lnTo>
                  <a:pt x="913" y="4142"/>
                </a:lnTo>
                <a:lnTo>
                  <a:pt x="913" y="4142"/>
                </a:lnTo>
                <a:lnTo>
                  <a:pt x="921" y="4144"/>
                </a:lnTo>
                <a:lnTo>
                  <a:pt x="921" y="4144"/>
                </a:lnTo>
                <a:lnTo>
                  <a:pt x="929" y="4148"/>
                </a:lnTo>
                <a:lnTo>
                  <a:pt x="929" y="4148"/>
                </a:lnTo>
                <a:lnTo>
                  <a:pt x="938" y="4151"/>
                </a:lnTo>
                <a:lnTo>
                  <a:pt x="938" y="4151"/>
                </a:lnTo>
                <a:lnTo>
                  <a:pt x="946" y="4154"/>
                </a:lnTo>
                <a:lnTo>
                  <a:pt x="946" y="4154"/>
                </a:lnTo>
                <a:lnTo>
                  <a:pt x="954" y="4157"/>
                </a:lnTo>
                <a:lnTo>
                  <a:pt x="954" y="4157"/>
                </a:lnTo>
                <a:lnTo>
                  <a:pt x="962" y="4159"/>
                </a:lnTo>
                <a:lnTo>
                  <a:pt x="962" y="4159"/>
                </a:lnTo>
                <a:lnTo>
                  <a:pt x="970" y="4162"/>
                </a:lnTo>
                <a:lnTo>
                  <a:pt x="970" y="4162"/>
                </a:lnTo>
                <a:lnTo>
                  <a:pt x="978" y="4166"/>
                </a:lnTo>
                <a:lnTo>
                  <a:pt x="978" y="4166"/>
                </a:lnTo>
                <a:lnTo>
                  <a:pt x="988" y="4169"/>
                </a:lnTo>
                <a:lnTo>
                  <a:pt x="988" y="4169"/>
                </a:lnTo>
                <a:lnTo>
                  <a:pt x="996" y="4172"/>
                </a:lnTo>
                <a:lnTo>
                  <a:pt x="996" y="4172"/>
                </a:lnTo>
                <a:lnTo>
                  <a:pt x="1004" y="4173"/>
                </a:lnTo>
                <a:lnTo>
                  <a:pt x="1004" y="4173"/>
                </a:lnTo>
                <a:lnTo>
                  <a:pt x="1012" y="4176"/>
                </a:lnTo>
                <a:lnTo>
                  <a:pt x="1012" y="4176"/>
                </a:lnTo>
                <a:lnTo>
                  <a:pt x="1021" y="4178"/>
                </a:lnTo>
                <a:lnTo>
                  <a:pt x="1021" y="4178"/>
                </a:lnTo>
                <a:lnTo>
                  <a:pt x="1029" y="4181"/>
                </a:lnTo>
                <a:lnTo>
                  <a:pt x="1029" y="4181"/>
                </a:lnTo>
                <a:lnTo>
                  <a:pt x="1038" y="4184"/>
                </a:lnTo>
                <a:lnTo>
                  <a:pt x="1038" y="4184"/>
                </a:lnTo>
                <a:lnTo>
                  <a:pt x="1046" y="4187"/>
                </a:lnTo>
                <a:lnTo>
                  <a:pt x="1046" y="4187"/>
                </a:lnTo>
                <a:lnTo>
                  <a:pt x="1055" y="4188"/>
                </a:lnTo>
                <a:lnTo>
                  <a:pt x="1055" y="4188"/>
                </a:lnTo>
                <a:lnTo>
                  <a:pt x="1063" y="4191"/>
                </a:lnTo>
                <a:lnTo>
                  <a:pt x="1063" y="4191"/>
                </a:lnTo>
                <a:lnTo>
                  <a:pt x="1072" y="4193"/>
                </a:lnTo>
                <a:lnTo>
                  <a:pt x="1072" y="4193"/>
                </a:lnTo>
                <a:lnTo>
                  <a:pt x="1081" y="4195"/>
                </a:lnTo>
                <a:lnTo>
                  <a:pt x="1081" y="4195"/>
                </a:lnTo>
                <a:lnTo>
                  <a:pt x="1089" y="4197"/>
                </a:lnTo>
                <a:lnTo>
                  <a:pt x="1089" y="4197"/>
                </a:lnTo>
                <a:lnTo>
                  <a:pt x="1098" y="4199"/>
                </a:lnTo>
                <a:lnTo>
                  <a:pt x="1098" y="4199"/>
                </a:lnTo>
                <a:lnTo>
                  <a:pt x="1106" y="4202"/>
                </a:lnTo>
                <a:lnTo>
                  <a:pt x="1106" y="4202"/>
                </a:lnTo>
                <a:lnTo>
                  <a:pt x="1115" y="4203"/>
                </a:lnTo>
                <a:lnTo>
                  <a:pt x="1115" y="4203"/>
                </a:lnTo>
                <a:lnTo>
                  <a:pt x="1124" y="4206"/>
                </a:lnTo>
                <a:lnTo>
                  <a:pt x="1124" y="4206"/>
                </a:lnTo>
                <a:lnTo>
                  <a:pt x="1132" y="4207"/>
                </a:lnTo>
                <a:lnTo>
                  <a:pt x="1132" y="4207"/>
                </a:lnTo>
                <a:lnTo>
                  <a:pt x="1142" y="4208"/>
                </a:lnTo>
                <a:lnTo>
                  <a:pt x="1142" y="4208"/>
                </a:lnTo>
                <a:lnTo>
                  <a:pt x="1150" y="4211"/>
                </a:lnTo>
                <a:lnTo>
                  <a:pt x="1150" y="4211"/>
                </a:lnTo>
                <a:lnTo>
                  <a:pt x="1158" y="4212"/>
                </a:lnTo>
                <a:lnTo>
                  <a:pt x="1158" y="4212"/>
                </a:lnTo>
                <a:lnTo>
                  <a:pt x="1168" y="4214"/>
                </a:lnTo>
                <a:lnTo>
                  <a:pt x="1168" y="4214"/>
                </a:lnTo>
                <a:lnTo>
                  <a:pt x="1176" y="4215"/>
                </a:lnTo>
                <a:lnTo>
                  <a:pt x="1176" y="4215"/>
                </a:lnTo>
                <a:lnTo>
                  <a:pt x="1185" y="4217"/>
                </a:lnTo>
                <a:lnTo>
                  <a:pt x="1185" y="4217"/>
                </a:lnTo>
                <a:lnTo>
                  <a:pt x="1193" y="4218"/>
                </a:lnTo>
                <a:lnTo>
                  <a:pt x="1193" y="4218"/>
                </a:lnTo>
                <a:lnTo>
                  <a:pt x="1203" y="4221"/>
                </a:lnTo>
                <a:lnTo>
                  <a:pt x="1203" y="4221"/>
                </a:lnTo>
                <a:lnTo>
                  <a:pt x="1211" y="4222"/>
                </a:lnTo>
                <a:lnTo>
                  <a:pt x="1211" y="4222"/>
                </a:lnTo>
                <a:lnTo>
                  <a:pt x="1221" y="4223"/>
                </a:lnTo>
                <a:lnTo>
                  <a:pt x="1221" y="4223"/>
                </a:lnTo>
                <a:lnTo>
                  <a:pt x="1229" y="4223"/>
                </a:lnTo>
                <a:lnTo>
                  <a:pt x="1229" y="4223"/>
                </a:lnTo>
                <a:lnTo>
                  <a:pt x="1238" y="4225"/>
                </a:lnTo>
                <a:lnTo>
                  <a:pt x="1238" y="4225"/>
                </a:lnTo>
                <a:lnTo>
                  <a:pt x="1247" y="4226"/>
                </a:lnTo>
                <a:lnTo>
                  <a:pt x="1247" y="4226"/>
                </a:lnTo>
                <a:lnTo>
                  <a:pt x="1256" y="4227"/>
                </a:lnTo>
                <a:lnTo>
                  <a:pt x="1256" y="4227"/>
                </a:lnTo>
                <a:lnTo>
                  <a:pt x="1266" y="4229"/>
                </a:lnTo>
                <a:lnTo>
                  <a:pt x="1266" y="4229"/>
                </a:lnTo>
                <a:lnTo>
                  <a:pt x="1274" y="4230"/>
                </a:lnTo>
                <a:lnTo>
                  <a:pt x="1274" y="4230"/>
                </a:lnTo>
                <a:lnTo>
                  <a:pt x="1283" y="4230"/>
                </a:lnTo>
                <a:lnTo>
                  <a:pt x="1283" y="4230"/>
                </a:lnTo>
                <a:lnTo>
                  <a:pt x="1292" y="4232"/>
                </a:lnTo>
                <a:lnTo>
                  <a:pt x="1292" y="4232"/>
                </a:lnTo>
                <a:lnTo>
                  <a:pt x="1301" y="4233"/>
                </a:lnTo>
                <a:lnTo>
                  <a:pt x="1301" y="4233"/>
                </a:lnTo>
                <a:lnTo>
                  <a:pt x="1311" y="4233"/>
                </a:lnTo>
                <a:lnTo>
                  <a:pt x="1311" y="4233"/>
                </a:lnTo>
                <a:lnTo>
                  <a:pt x="1319" y="4234"/>
                </a:lnTo>
                <a:lnTo>
                  <a:pt x="1319" y="4234"/>
                </a:lnTo>
                <a:lnTo>
                  <a:pt x="1328" y="4234"/>
                </a:lnTo>
                <a:lnTo>
                  <a:pt x="1328" y="4234"/>
                </a:lnTo>
                <a:lnTo>
                  <a:pt x="1338" y="4236"/>
                </a:lnTo>
                <a:lnTo>
                  <a:pt x="1338" y="4236"/>
                </a:lnTo>
                <a:lnTo>
                  <a:pt x="1346" y="4236"/>
                </a:lnTo>
                <a:lnTo>
                  <a:pt x="1346" y="4236"/>
                </a:lnTo>
                <a:lnTo>
                  <a:pt x="1355" y="4236"/>
                </a:lnTo>
                <a:lnTo>
                  <a:pt x="1355" y="4236"/>
                </a:lnTo>
                <a:lnTo>
                  <a:pt x="1365" y="4237"/>
                </a:lnTo>
                <a:lnTo>
                  <a:pt x="1365" y="4237"/>
                </a:lnTo>
                <a:lnTo>
                  <a:pt x="1375" y="4237"/>
                </a:lnTo>
                <a:lnTo>
                  <a:pt x="1375" y="4237"/>
                </a:lnTo>
                <a:lnTo>
                  <a:pt x="1383" y="4237"/>
                </a:lnTo>
                <a:lnTo>
                  <a:pt x="1383" y="4237"/>
                </a:lnTo>
                <a:lnTo>
                  <a:pt x="1392" y="4237"/>
                </a:lnTo>
                <a:lnTo>
                  <a:pt x="1392" y="4237"/>
                </a:lnTo>
                <a:lnTo>
                  <a:pt x="1402" y="4237"/>
                </a:lnTo>
                <a:lnTo>
                  <a:pt x="1402" y="4237"/>
                </a:lnTo>
                <a:lnTo>
                  <a:pt x="1411" y="4238"/>
                </a:lnTo>
                <a:lnTo>
                  <a:pt x="1411" y="4238"/>
                </a:lnTo>
                <a:lnTo>
                  <a:pt x="1419" y="4238"/>
                </a:lnTo>
                <a:lnTo>
                  <a:pt x="1419" y="4238"/>
                </a:lnTo>
                <a:lnTo>
                  <a:pt x="1429" y="4238"/>
                </a:lnTo>
                <a:lnTo>
                  <a:pt x="1429" y="4238"/>
                </a:lnTo>
                <a:close/>
              </a:path>
            </a:pathLst>
          </a:custGeom>
          <a:solidFill>
            <a:srgbClr val="8787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</a:pPr>
            <a:endParaRPr lang="en-US" sz="2400" noProof="0"/>
          </a:p>
        </p:txBody>
      </p:sp>
      <p:sp>
        <p:nvSpPr>
          <p:cNvPr id="146" name="Rectangle 145"/>
          <p:cNvSpPr/>
          <p:nvPr userDrawn="1"/>
        </p:nvSpPr>
        <p:spPr>
          <a:xfrm>
            <a:off x="4022363" y="5107517"/>
            <a:ext cx="989883" cy="643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MATERNAL</a:t>
            </a:r>
          </a:p>
          <a:p>
            <a:pPr>
              <a:lnSpc>
                <a:spcPct val="90000"/>
              </a:lnSpc>
            </a:pPr>
            <a:r>
              <a:rPr lang="en-US" sz="933" b="1" noProof="0">
                <a:solidFill>
                  <a:schemeClr val="tx1"/>
                </a:solidFill>
              </a:rPr>
              <a:t>FLU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R: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G: 135</a:t>
            </a:r>
          </a:p>
          <a:p>
            <a:pPr>
              <a:lnSpc>
                <a:spcPct val="90000"/>
              </a:lnSpc>
            </a:pPr>
            <a:r>
              <a:rPr lang="en-US" sz="933" noProof="0">
                <a:solidFill>
                  <a:schemeClr val="tx1"/>
                </a:solidFill>
              </a:rPr>
              <a:t>B: 135</a:t>
            </a:r>
          </a:p>
        </p:txBody>
      </p:sp>
    </p:spTree>
    <p:extLst>
      <p:ext uri="{BB962C8B-B14F-4D97-AF65-F5344CB8AC3E}">
        <p14:creationId xmlns:p14="http://schemas.microsoft.com/office/powerpoint/2010/main" val="32903228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.xml"/><Relationship Id="rId13" Type="http://schemas.openxmlformats.org/officeDocument/2006/relationships/slideLayout" Target="../slideLayouts/slideLayout32.xml"/><Relationship Id="rId18" Type="http://schemas.openxmlformats.org/officeDocument/2006/relationships/slideLayout" Target="../slideLayouts/slideLayout37.xml"/><Relationship Id="rId26" Type="http://schemas.openxmlformats.org/officeDocument/2006/relationships/slideLayout" Target="../slideLayouts/slideLayout45.xml"/><Relationship Id="rId39" Type="http://schemas.openxmlformats.org/officeDocument/2006/relationships/slideLayout" Target="../slideLayouts/slideLayout58.xml"/><Relationship Id="rId3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40.xml"/><Relationship Id="rId34" Type="http://schemas.openxmlformats.org/officeDocument/2006/relationships/slideLayout" Target="../slideLayouts/slideLayout53.xml"/><Relationship Id="rId42" Type="http://schemas.openxmlformats.org/officeDocument/2006/relationships/slideLayout" Target="../slideLayouts/slideLayout61.xml"/><Relationship Id="rId47" Type="http://schemas.openxmlformats.org/officeDocument/2006/relationships/theme" Target="../theme/theme2.xml"/><Relationship Id="rId7" Type="http://schemas.openxmlformats.org/officeDocument/2006/relationships/slideLayout" Target="../slideLayouts/slideLayout26.xml"/><Relationship Id="rId12" Type="http://schemas.openxmlformats.org/officeDocument/2006/relationships/slideLayout" Target="../slideLayouts/slideLayout31.xml"/><Relationship Id="rId17" Type="http://schemas.openxmlformats.org/officeDocument/2006/relationships/slideLayout" Target="../slideLayouts/slideLayout36.xml"/><Relationship Id="rId25" Type="http://schemas.openxmlformats.org/officeDocument/2006/relationships/slideLayout" Target="../slideLayouts/slideLayout44.xml"/><Relationship Id="rId33" Type="http://schemas.openxmlformats.org/officeDocument/2006/relationships/slideLayout" Target="../slideLayouts/slideLayout52.xml"/><Relationship Id="rId38" Type="http://schemas.openxmlformats.org/officeDocument/2006/relationships/slideLayout" Target="../slideLayouts/slideLayout57.xml"/><Relationship Id="rId46" Type="http://schemas.openxmlformats.org/officeDocument/2006/relationships/slideLayout" Target="../slideLayouts/slideLayout65.xml"/><Relationship Id="rId2" Type="http://schemas.openxmlformats.org/officeDocument/2006/relationships/slideLayout" Target="../slideLayouts/slideLayout21.xml"/><Relationship Id="rId16" Type="http://schemas.openxmlformats.org/officeDocument/2006/relationships/slideLayout" Target="../slideLayouts/slideLayout35.xml"/><Relationship Id="rId20" Type="http://schemas.openxmlformats.org/officeDocument/2006/relationships/slideLayout" Target="../slideLayouts/slideLayout39.xml"/><Relationship Id="rId29" Type="http://schemas.openxmlformats.org/officeDocument/2006/relationships/slideLayout" Target="../slideLayouts/slideLayout48.xml"/><Relationship Id="rId41" Type="http://schemas.openxmlformats.org/officeDocument/2006/relationships/slideLayout" Target="../slideLayouts/slideLayout60.xml"/><Relationship Id="rId1" Type="http://schemas.openxmlformats.org/officeDocument/2006/relationships/slideLayout" Target="../slideLayouts/slideLayout20.xml"/><Relationship Id="rId6" Type="http://schemas.openxmlformats.org/officeDocument/2006/relationships/slideLayout" Target="../slideLayouts/slideLayout25.xml"/><Relationship Id="rId11" Type="http://schemas.openxmlformats.org/officeDocument/2006/relationships/slideLayout" Target="../slideLayouts/slideLayout30.xml"/><Relationship Id="rId24" Type="http://schemas.openxmlformats.org/officeDocument/2006/relationships/slideLayout" Target="../slideLayouts/slideLayout43.xml"/><Relationship Id="rId32" Type="http://schemas.openxmlformats.org/officeDocument/2006/relationships/slideLayout" Target="../slideLayouts/slideLayout51.xml"/><Relationship Id="rId37" Type="http://schemas.openxmlformats.org/officeDocument/2006/relationships/slideLayout" Target="../slideLayouts/slideLayout56.xml"/><Relationship Id="rId40" Type="http://schemas.openxmlformats.org/officeDocument/2006/relationships/slideLayout" Target="../slideLayouts/slideLayout59.xml"/><Relationship Id="rId45" Type="http://schemas.openxmlformats.org/officeDocument/2006/relationships/slideLayout" Target="../slideLayouts/slideLayout64.xml"/><Relationship Id="rId5" Type="http://schemas.openxmlformats.org/officeDocument/2006/relationships/slideLayout" Target="../slideLayouts/slideLayout24.xml"/><Relationship Id="rId15" Type="http://schemas.openxmlformats.org/officeDocument/2006/relationships/slideLayout" Target="../slideLayouts/slideLayout34.xml"/><Relationship Id="rId23" Type="http://schemas.openxmlformats.org/officeDocument/2006/relationships/slideLayout" Target="../slideLayouts/slideLayout42.xml"/><Relationship Id="rId28" Type="http://schemas.openxmlformats.org/officeDocument/2006/relationships/slideLayout" Target="../slideLayouts/slideLayout47.xml"/><Relationship Id="rId36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29.xml"/><Relationship Id="rId19" Type="http://schemas.openxmlformats.org/officeDocument/2006/relationships/slideLayout" Target="../slideLayouts/slideLayout38.xml"/><Relationship Id="rId31" Type="http://schemas.openxmlformats.org/officeDocument/2006/relationships/slideLayout" Target="../slideLayouts/slideLayout50.xml"/><Relationship Id="rId44" Type="http://schemas.openxmlformats.org/officeDocument/2006/relationships/slideLayout" Target="../slideLayouts/slideLayout63.xml"/><Relationship Id="rId4" Type="http://schemas.openxmlformats.org/officeDocument/2006/relationships/slideLayout" Target="../slideLayouts/slideLayout23.xml"/><Relationship Id="rId9" Type="http://schemas.openxmlformats.org/officeDocument/2006/relationships/slideLayout" Target="../slideLayouts/slideLayout28.xml"/><Relationship Id="rId14" Type="http://schemas.openxmlformats.org/officeDocument/2006/relationships/slideLayout" Target="../slideLayouts/slideLayout33.xml"/><Relationship Id="rId22" Type="http://schemas.openxmlformats.org/officeDocument/2006/relationships/slideLayout" Target="../slideLayouts/slideLayout41.xml"/><Relationship Id="rId27" Type="http://schemas.openxmlformats.org/officeDocument/2006/relationships/slideLayout" Target="../slideLayouts/slideLayout46.xml"/><Relationship Id="rId30" Type="http://schemas.openxmlformats.org/officeDocument/2006/relationships/slideLayout" Target="../slideLayouts/slideLayout49.xml"/><Relationship Id="rId35" Type="http://schemas.openxmlformats.org/officeDocument/2006/relationships/slideLayout" Target="../slideLayouts/slideLayout54.xml"/><Relationship Id="rId43" Type="http://schemas.openxmlformats.org/officeDocument/2006/relationships/slideLayout" Target="../slideLayouts/slideLayout6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13" Type="http://schemas.openxmlformats.org/officeDocument/2006/relationships/slideLayout" Target="../slideLayouts/slideLayout78.xml"/><Relationship Id="rId18" Type="http://schemas.openxmlformats.org/officeDocument/2006/relationships/theme" Target="../theme/theme3.xml"/><Relationship Id="rId3" Type="http://schemas.openxmlformats.org/officeDocument/2006/relationships/slideLayout" Target="../slideLayouts/slideLayout68.xml"/><Relationship Id="rId21" Type="http://schemas.openxmlformats.org/officeDocument/2006/relationships/image" Target="../media/image21.emf"/><Relationship Id="rId7" Type="http://schemas.openxmlformats.org/officeDocument/2006/relationships/slideLayout" Target="../slideLayouts/slideLayout72.xml"/><Relationship Id="rId12" Type="http://schemas.openxmlformats.org/officeDocument/2006/relationships/slideLayout" Target="../slideLayouts/slideLayout77.xml"/><Relationship Id="rId17" Type="http://schemas.openxmlformats.org/officeDocument/2006/relationships/slideLayout" Target="../slideLayouts/slideLayout82.xml"/><Relationship Id="rId2" Type="http://schemas.openxmlformats.org/officeDocument/2006/relationships/slideLayout" Target="../slideLayouts/slideLayout67.xml"/><Relationship Id="rId16" Type="http://schemas.openxmlformats.org/officeDocument/2006/relationships/slideLayout" Target="../slideLayouts/slideLayout81.xml"/><Relationship Id="rId20" Type="http://schemas.openxmlformats.org/officeDocument/2006/relationships/oleObject" Target="../embeddings/oleObject1.bin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5" Type="http://schemas.openxmlformats.org/officeDocument/2006/relationships/slideLayout" Target="../slideLayouts/slideLayout70.xml"/><Relationship Id="rId15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75.xml"/><Relationship Id="rId19" Type="http://schemas.openxmlformats.org/officeDocument/2006/relationships/tags" Target="../tags/tag2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14" Type="http://schemas.openxmlformats.org/officeDocument/2006/relationships/slideLayout" Target="../slideLayouts/slideLayout79.xml"/><Relationship Id="rId22" Type="http://schemas.openxmlformats.org/officeDocument/2006/relationships/image" Target="../media/image22.pn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0.xml"/><Relationship Id="rId13" Type="http://schemas.openxmlformats.org/officeDocument/2006/relationships/slideLayout" Target="../slideLayouts/slideLayout95.xml"/><Relationship Id="rId18" Type="http://schemas.openxmlformats.org/officeDocument/2006/relationships/slideLayout" Target="../slideLayouts/slideLayout100.xml"/><Relationship Id="rId26" Type="http://schemas.openxmlformats.org/officeDocument/2006/relationships/image" Target="../media/image30.png"/><Relationship Id="rId3" Type="http://schemas.openxmlformats.org/officeDocument/2006/relationships/slideLayout" Target="../slideLayouts/slideLayout85.xml"/><Relationship Id="rId21" Type="http://schemas.openxmlformats.org/officeDocument/2006/relationships/slideLayout" Target="../slideLayouts/slideLayout103.xml"/><Relationship Id="rId7" Type="http://schemas.openxmlformats.org/officeDocument/2006/relationships/slideLayout" Target="../slideLayouts/slideLayout89.xml"/><Relationship Id="rId12" Type="http://schemas.openxmlformats.org/officeDocument/2006/relationships/slideLayout" Target="../slideLayouts/slideLayout94.xml"/><Relationship Id="rId17" Type="http://schemas.openxmlformats.org/officeDocument/2006/relationships/slideLayout" Target="../slideLayouts/slideLayout99.xml"/><Relationship Id="rId25" Type="http://schemas.openxmlformats.org/officeDocument/2006/relationships/image" Target="../media/image29.emf"/><Relationship Id="rId2" Type="http://schemas.openxmlformats.org/officeDocument/2006/relationships/slideLayout" Target="../slideLayouts/slideLayout84.xml"/><Relationship Id="rId16" Type="http://schemas.openxmlformats.org/officeDocument/2006/relationships/slideLayout" Target="../slideLayouts/slideLayout98.xml"/><Relationship Id="rId20" Type="http://schemas.openxmlformats.org/officeDocument/2006/relationships/slideLayout" Target="../slideLayouts/slideLayout102.xml"/><Relationship Id="rId1" Type="http://schemas.openxmlformats.org/officeDocument/2006/relationships/slideLayout" Target="../slideLayouts/slideLayout83.xml"/><Relationship Id="rId6" Type="http://schemas.openxmlformats.org/officeDocument/2006/relationships/slideLayout" Target="../slideLayouts/slideLayout88.xml"/><Relationship Id="rId11" Type="http://schemas.openxmlformats.org/officeDocument/2006/relationships/slideLayout" Target="../slideLayouts/slideLayout93.xml"/><Relationship Id="rId24" Type="http://schemas.openxmlformats.org/officeDocument/2006/relationships/oleObject" Target="../embeddings/oleObject14.bin"/><Relationship Id="rId5" Type="http://schemas.openxmlformats.org/officeDocument/2006/relationships/slideLayout" Target="../slideLayouts/slideLayout87.xml"/><Relationship Id="rId15" Type="http://schemas.openxmlformats.org/officeDocument/2006/relationships/slideLayout" Target="../slideLayouts/slideLayout97.xml"/><Relationship Id="rId23" Type="http://schemas.openxmlformats.org/officeDocument/2006/relationships/tags" Target="../tags/tag15.xml"/><Relationship Id="rId10" Type="http://schemas.openxmlformats.org/officeDocument/2006/relationships/slideLayout" Target="../slideLayouts/slideLayout92.xml"/><Relationship Id="rId19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86.xml"/><Relationship Id="rId9" Type="http://schemas.openxmlformats.org/officeDocument/2006/relationships/slideLayout" Target="../slideLayouts/slideLayout91.xml"/><Relationship Id="rId14" Type="http://schemas.openxmlformats.org/officeDocument/2006/relationships/slideLayout" Target="../slideLayouts/slideLayout96.xml"/><Relationship Id="rId22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1.xml"/><Relationship Id="rId13" Type="http://schemas.openxmlformats.org/officeDocument/2006/relationships/slideLayout" Target="../slideLayouts/slideLayout116.xml"/><Relationship Id="rId18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106.xml"/><Relationship Id="rId21" Type="http://schemas.openxmlformats.org/officeDocument/2006/relationships/theme" Target="../theme/theme5.xml"/><Relationship Id="rId7" Type="http://schemas.openxmlformats.org/officeDocument/2006/relationships/slideLayout" Target="../slideLayouts/slideLayout110.xml"/><Relationship Id="rId12" Type="http://schemas.openxmlformats.org/officeDocument/2006/relationships/slideLayout" Target="../slideLayouts/slideLayout115.xml"/><Relationship Id="rId17" Type="http://schemas.openxmlformats.org/officeDocument/2006/relationships/slideLayout" Target="../slideLayouts/slideLayout120.xml"/><Relationship Id="rId25" Type="http://schemas.openxmlformats.org/officeDocument/2006/relationships/image" Target="../media/image30.png"/><Relationship Id="rId2" Type="http://schemas.openxmlformats.org/officeDocument/2006/relationships/slideLayout" Target="../slideLayouts/slideLayout105.xml"/><Relationship Id="rId16" Type="http://schemas.openxmlformats.org/officeDocument/2006/relationships/slideLayout" Target="../slideLayouts/slideLayout119.xml"/><Relationship Id="rId20" Type="http://schemas.openxmlformats.org/officeDocument/2006/relationships/slideLayout" Target="../slideLayouts/slideLayout123.xml"/><Relationship Id="rId1" Type="http://schemas.openxmlformats.org/officeDocument/2006/relationships/slideLayout" Target="../slideLayouts/slideLayout104.xml"/><Relationship Id="rId6" Type="http://schemas.openxmlformats.org/officeDocument/2006/relationships/slideLayout" Target="../slideLayouts/slideLayout109.xml"/><Relationship Id="rId11" Type="http://schemas.openxmlformats.org/officeDocument/2006/relationships/slideLayout" Target="../slideLayouts/slideLayout114.xml"/><Relationship Id="rId24" Type="http://schemas.openxmlformats.org/officeDocument/2006/relationships/image" Target="../media/image29.emf"/><Relationship Id="rId5" Type="http://schemas.openxmlformats.org/officeDocument/2006/relationships/slideLayout" Target="../slideLayouts/slideLayout108.xml"/><Relationship Id="rId15" Type="http://schemas.openxmlformats.org/officeDocument/2006/relationships/slideLayout" Target="../slideLayouts/slideLayout118.xml"/><Relationship Id="rId23" Type="http://schemas.openxmlformats.org/officeDocument/2006/relationships/oleObject" Target="../embeddings/oleObject35.bin"/><Relationship Id="rId10" Type="http://schemas.openxmlformats.org/officeDocument/2006/relationships/slideLayout" Target="../slideLayouts/slideLayout113.xml"/><Relationship Id="rId19" Type="http://schemas.openxmlformats.org/officeDocument/2006/relationships/slideLayout" Target="../slideLayouts/slideLayout122.xml"/><Relationship Id="rId4" Type="http://schemas.openxmlformats.org/officeDocument/2006/relationships/slideLayout" Target="../slideLayouts/slideLayout107.xml"/><Relationship Id="rId9" Type="http://schemas.openxmlformats.org/officeDocument/2006/relationships/slideLayout" Target="../slideLayouts/slideLayout112.xml"/><Relationship Id="rId14" Type="http://schemas.openxmlformats.org/officeDocument/2006/relationships/slideLayout" Target="../slideLayouts/slideLayout117.xml"/><Relationship Id="rId22" Type="http://schemas.openxmlformats.org/officeDocument/2006/relationships/tags" Target="../tags/tag38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1.xml"/><Relationship Id="rId13" Type="http://schemas.openxmlformats.org/officeDocument/2006/relationships/slideLayout" Target="../slideLayouts/slideLayout136.xml"/><Relationship Id="rId18" Type="http://schemas.openxmlformats.org/officeDocument/2006/relationships/slideLayout" Target="../slideLayouts/slideLayout141.xml"/><Relationship Id="rId26" Type="http://schemas.openxmlformats.org/officeDocument/2006/relationships/image" Target="../media/image30.png"/><Relationship Id="rId3" Type="http://schemas.openxmlformats.org/officeDocument/2006/relationships/slideLayout" Target="../slideLayouts/slideLayout126.xml"/><Relationship Id="rId21" Type="http://schemas.openxmlformats.org/officeDocument/2006/relationships/slideLayout" Target="../slideLayouts/slideLayout144.xml"/><Relationship Id="rId7" Type="http://schemas.openxmlformats.org/officeDocument/2006/relationships/slideLayout" Target="../slideLayouts/slideLayout130.xml"/><Relationship Id="rId12" Type="http://schemas.openxmlformats.org/officeDocument/2006/relationships/slideLayout" Target="../slideLayouts/slideLayout135.xml"/><Relationship Id="rId17" Type="http://schemas.openxmlformats.org/officeDocument/2006/relationships/slideLayout" Target="../slideLayouts/slideLayout140.xml"/><Relationship Id="rId25" Type="http://schemas.openxmlformats.org/officeDocument/2006/relationships/image" Target="../media/image29.emf"/><Relationship Id="rId2" Type="http://schemas.openxmlformats.org/officeDocument/2006/relationships/slideLayout" Target="../slideLayouts/slideLayout125.xml"/><Relationship Id="rId16" Type="http://schemas.openxmlformats.org/officeDocument/2006/relationships/slideLayout" Target="../slideLayouts/slideLayout139.xml"/><Relationship Id="rId20" Type="http://schemas.openxmlformats.org/officeDocument/2006/relationships/slideLayout" Target="../slideLayouts/slideLayout143.xml"/><Relationship Id="rId1" Type="http://schemas.openxmlformats.org/officeDocument/2006/relationships/slideLayout" Target="../slideLayouts/slideLayout124.xml"/><Relationship Id="rId6" Type="http://schemas.openxmlformats.org/officeDocument/2006/relationships/slideLayout" Target="../slideLayouts/slideLayout129.xml"/><Relationship Id="rId11" Type="http://schemas.openxmlformats.org/officeDocument/2006/relationships/slideLayout" Target="../slideLayouts/slideLayout134.xml"/><Relationship Id="rId24" Type="http://schemas.openxmlformats.org/officeDocument/2006/relationships/oleObject" Target="../embeddings/oleObject56.bin"/><Relationship Id="rId5" Type="http://schemas.openxmlformats.org/officeDocument/2006/relationships/slideLayout" Target="../slideLayouts/slideLayout128.xml"/><Relationship Id="rId15" Type="http://schemas.openxmlformats.org/officeDocument/2006/relationships/slideLayout" Target="../slideLayouts/slideLayout138.xml"/><Relationship Id="rId23" Type="http://schemas.openxmlformats.org/officeDocument/2006/relationships/tags" Target="../tags/tag61.xml"/><Relationship Id="rId10" Type="http://schemas.openxmlformats.org/officeDocument/2006/relationships/slideLayout" Target="../slideLayouts/slideLayout133.xml"/><Relationship Id="rId19" Type="http://schemas.openxmlformats.org/officeDocument/2006/relationships/slideLayout" Target="../slideLayouts/slideLayout142.xml"/><Relationship Id="rId4" Type="http://schemas.openxmlformats.org/officeDocument/2006/relationships/slideLayout" Target="../slideLayouts/slideLayout127.xml"/><Relationship Id="rId9" Type="http://schemas.openxmlformats.org/officeDocument/2006/relationships/slideLayout" Target="../slideLayouts/slideLayout132.xml"/><Relationship Id="rId14" Type="http://schemas.openxmlformats.org/officeDocument/2006/relationships/slideLayout" Target="../slideLayouts/slideLayout137.xml"/><Relationship Id="rId22" Type="http://schemas.openxmlformats.org/officeDocument/2006/relationships/theme" Target="../theme/theme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2.xml"/><Relationship Id="rId13" Type="http://schemas.openxmlformats.org/officeDocument/2006/relationships/slideLayout" Target="../slideLayouts/slideLayout157.xml"/><Relationship Id="rId18" Type="http://schemas.openxmlformats.org/officeDocument/2006/relationships/slideLayout" Target="../slideLayouts/slideLayout162.xml"/><Relationship Id="rId26" Type="http://schemas.openxmlformats.org/officeDocument/2006/relationships/image" Target="../media/image30.png"/><Relationship Id="rId3" Type="http://schemas.openxmlformats.org/officeDocument/2006/relationships/slideLayout" Target="../slideLayouts/slideLayout147.xml"/><Relationship Id="rId21" Type="http://schemas.openxmlformats.org/officeDocument/2006/relationships/slideLayout" Target="../slideLayouts/slideLayout165.xml"/><Relationship Id="rId7" Type="http://schemas.openxmlformats.org/officeDocument/2006/relationships/slideLayout" Target="../slideLayouts/slideLayout151.xml"/><Relationship Id="rId12" Type="http://schemas.openxmlformats.org/officeDocument/2006/relationships/slideLayout" Target="../slideLayouts/slideLayout156.xml"/><Relationship Id="rId17" Type="http://schemas.openxmlformats.org/officeDocument/2006/relationships/slideLayout" Target="../slideLayouts/slideLayout161.xml"/><Relationship Id="rId25" Type="http://schemas.openxmlformats.org/officeDocument/2006/relationships/image" Target="../media/image29.emf"/><Relationship Id="rId2" Type="http://schemas.openxmlformats.org/officeDocument/2006/relationships/slideLayout" Target="../slideLayouts/slideLayout146.xml"/><Relationship Id="rId16" Type="http://schemas.openxmlformats.org/officeDocument/2006/relationships/slideLayout" Target="../slideLayouts/slideLayout160.xml"/><Relationship Id="rId20" Type="http://schemas.openxmlformats.org/officeDocument/2006/relationships/slideLayout" Target="../slideLayouts/slideLayout164.xml"/><Relationship Id="rId1" Type="http://schemas.openxmlformats.org/officeDocument/2006/relationships/slideLayout" Target="../slideLayouts/slideLayout145.xml"/><Relationship Id="rId6" Type="http://schemas.openxmlformats.org/officeDocument/2006/relationships/slideLayout" Target="../slideLayouts/slideLayout150.xml"/><Relationship Id="rId11" Type="http://schemas.openxmlformats.org/officeDocument/2006/relationships/slideLayout" Target="../slideLayouts/slideLayout155.xml"/><Relationship Id="rId24" Type="http://schemas.openxmlformats.org/officeDocument/2006/relationships/oleObject" Target="../embeddings/oleObject77.bin"/><Relationship Id="rId5" Type="http://schemas.openxmlformats.org/officeDocument/2006/relationships/slideLayout" Target="../slideLayouts/slideLayout149.xml"/><Relationship Id="rId15" Type="http://schemas.openxmlformats.org/officeDocument/2006/relationships/slideLayout" Target="../slideLayouts/slideLayout159.xml"/><Relationship Id="rId23" Type="http://schemas.openxmlformats.org/officeDocument/2006/relationships/tags" Target="../tags/tag84.xml"/><Relationship Id="rId10" Type="http://schemas.openxmlformats.org/officeDocument/2006/relationships/slideLayout" Target="../slideLayouts/slideLayout154.xml"/><Relationship Id="rId19" Type="http://schemas.openxmlformats.org/officeDocument/2006/relationships/slideLayout" Target="../slideLayouts/slideLayout163.xml"/><Relationship Id="rId4" Type="http://schemas.openxmlformats.org/officeDocument/2006/relationships/slideLayout" Target="../slideLayouts/slideLayout148.xml"/><Relationship Id="rId9" Type="http://schemas.openxmlformats.org/officeDocument/2006/relationships/slideLayout" Target="../slideLayouts/slideLayout153.xml"/><Relationship Id="rId14" Type="http://schemas.openxmlformats.org/officeDocument/2006/relationships/slideLayout" Target="../slideLayouts/slideLayout158.xml"/><Relationship Id="rId22" Type="http://schemas.openxmlformats.org/officeDocument/2006/relationships/theme" Target="../theme/theme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3.xml"/><Relationship Id="rId13" Type="http://schemas.openxmlformats.org/officeDocument/2006/relationships/slideLayout" Target="../slideLayouts/slideLayout178.xml"/><Relationship Id="rId18" Type="http://schemas.openxmlformats.org/officeDocument/2006/relationships/slideLayout" Target="../slideLayouts/slideLayout183.xml"/><Relationship Id="rId3" Type="http://schemas.openxmlformats.org/officeDocument/2006/relationships/slideLayout" Target="../slideLayouts/slideLayout168.xml"/><Relationship Id="rId21" Type="http://schemas.openxmlformats.org/officeDocument/2006/relationships/theme" Target="../theme/theme8.xml"/><Relationship Id="rId7" Type="http://schemas.openxmlformats.org/officeDocument/2006/relationships/slideLayout" Target="../slideLayouts/slideLayout172.xml"/><Relationship Id="rId12" Type="http://schemas.openxmlformats.org/officeDocument/2006/relationships/slideLayout" Target="../slideLayouts/slideLayout177.xml"/><Relationship Id="rId17" Type="http://schemas.openxmlformats.org/officeDocument/2006/relationships/slideLayout" Target="../slideLayouts/slideLayout182.xml"/><Relationship Id="rId25" Type="http://schemas.openxmlformats.org/officeDocument/2006/relationships/image" Target="../media/image30.png"/><Relationship Id="rId2" Type="http://schemas.openxmlformats.org/officeDocument/2006/relationships/slideLayout" Target="../slideLayouts/slideLayout167.xml"/><Relationship Id="rId16" Type="http://schemas.openxmlformats.org/officeDocument/2006/relationships/slideLayout" Target="../slideLayouts/slideLayout181.xml"/><Relationship Id="rId20" Type="http://schemas.openxmlformats.org/officeDocument/2006/relationships/slideLayout" Target="../slideLayouts/slideLayout185.xml"/><Relationship Id="rId1" Type="http://schemas.openxmlformats.org/officeDocument/2006/relationships/slideLayout" Target="../slideLayouts/slideLayout166.xml"/><Relationship Id="rId6" Type="http://schemas.openxmlformats.org/officeDocument/2006/relationships/slideLayout" Target="../slideLayouts/slideLayout171.xml"/><Relationship Id="rId11" Type="http://schemas.openxmlformats.org/officeDocument/2006/relationships/slideLayout" Target="../slideLayouts/slideLayout176.xml"/><Relationship Id="rId24" Type="http://schemas.openxmlformats.org/officeDocument/2006/relationships/image" Target="../media/image29.emf"/><Relationship Id="rId5" Type="http://schemas.openxmlformats.org/officeDocument/2006/relationships/slideLayout" Target="../slideLayouts/slideLayout170.xml"/><Relationship Id="rId15" Type="http://schemas.openxmlformats.org/officeDocument/2006/relationships/slideLayout" Target="../slideLayouts/slideLayout180.xml"/><Relationship Id="rId23" Type="http://schemas.openxmlformats.org/officeDocument/2006/relationships/oleObject" Target="../embeddings/oleObject98.bin"/><Relationship Id="rId10" Type="http://schemas.openxmlformats.org/officeDocument/2006/relationships/slideLayout" Target="../slideLayouts/slideLayout175.xml"/><Relationship Id="rId19" Type="http://schemas.openxmlformats.org/officeDocument/2006/relationships/slideLayout" Target="../slideLayouts/slideLayout184.xml"/><Relationship Id="rId4" Type="http://schemas.openxmlformats.org/officeDocument/2006/relationships/slideLayout" Target="../slideLayouts/slideLayout169.xml"/><Relationship Id="rId9" Type="http://schemas.openxmlformats.org/officeDocument/2006/relationships/slideLayout" Target="../slideLayouts/slideLayout174.xml"/><Relationship Id="rId14" Type="http://schemas.openxmlformats.org/officeDocument/2006/relationships/slideLayout" Target="../slideLayouts/slideLayout179.xml"/><Relationship Id="rId22" Type="http://schemas.openxmlformats.org/officeDocument/2006/relationships/tags" Target="../tags/tag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4C9939A-617C-3E44-A0D0-909C79756B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722674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9D0AC0-F01F-B544-AC35-7D2BCB4EB7F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8" y="1325974"/>
            <a:ext cx="11154344" cy="4456608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6F729D7-DBF0-1846-87E5-720E70F9E8F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777567" y="6356350"/>
            <a:ext cx="4189003" cy="136526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Gavi Presentation Template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18EB43-CEEF-AF40-88AE-32CEA15C64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15938" y="6356351"/>
            <a:ext cx="261629" cy="133349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AB746B08-255A-2748-8A21-40BE94A17FD1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265024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12" r:id="rId4"/>
    <p:sldLayoutId id="2147483711" r:id="rId5"/>
    <p:sldLayoutId id="2147483735" r:id="rId6"/>
    <p:sldLayoutId id="2147483700" r:id="rId7"/>
    <p:sldLayoutId id="2147483698" r:id="rId8"/>
    <p:sldLayoutId id="2147483701" r:id="rId9"/>
    <p:sldLayoutId id="2147483736" r:id="rId10"/>
    <p:sldLayoutId id="2147483737" r:id="rId11"/>
    <p:sldLayoutId id="2147483738" r:id="rId12"/>
    <p:sldLayoutId id="2147483709" r:id="rId13"/>
    <p:sldLayoutId id="2147483710" r:id="rId14"/>
    <p:sldLayoutId id="2147483739" r:id="rId15"/>
    <p:sldLayoutId id="2147483740" r:id="rId16"/>
    <p:sldLayoutId id="2147483741" r:id="rId17"/>
    <p:sldLayoutId id="2147483714" r:id="rId18"/>
    <p:sldLayoutId id="2147483713" r:id="rId19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2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Clr>
          <a:schemeClr val="bg2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Clr>
          <a:schemeClr val="bg2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pos="325" userDrawn="1">
          <p15:clr>
            <a:srgbClr val="F26B43"/>
          </p15:clr>
        </p15:guide>
        <p15:guide id="3" pos="7355" userDrawn="1">
          <p15:clr>
            <a:srgbClr val="F26B43"/>
          </p15:clr>
        </p15:guide>
        <p15:guide id="4" orient="horz" pos="232" userDrawn="1">
          <p15:clr>
            <a:srgbClr val="F26B43"/>
          </p15:clr>
        </p15:guide>
        <p15:guide id="5" orient="horz" pos="4088" userDrawn="1">
          <p15:clr>
            <a:srgbClr val="F26B43"/>
          </p15:clr>
        </p15:guide>
        <p15:guide id="7" orient="horz" pos="822" userDrawn="1">
          <p15:clr>
            <a:srgbClr val="F26B43"/>
          </p15:clr>
        </p15:guide>
        <p15:guide id="9" orient="horz" pos="3725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4C9939A-617C-3E44-A0D0-909C79756B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9" y="368300"/>
            <a:ext cx="11154344" cy="722674"/>
          </a:xfrm>
          <a:prstGeom prst="rect">
            <a:avLst/>
          </a:prstGeom>
        </p:spPr>
        <p:txBody>
          <a:bodyPr vert="horz" lIns="0" tIns="0" rIns="0" bIns="0" rtlCol="0" anchor="t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9D0AC0-F01F-B544-AC35-7D2BCB4EB7F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8" y="1325974"/>
            <a:ext cx="11154344" cy="4456608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6F729D7-DBF0-1846-87E5-720E70F9E8F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777567" y="6356350"/>
            <a:ext cx="4189003" cy="136526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GB"/>
              <a:t>Gavi Presentation Template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18EB43-CEEF-AF40-88AE-32CEA15C64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15938" y="6356351"/>
            <a:ext cx="261629" cy="133349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AB746B08-255A-2748-8A21-40BE94A17FD1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060511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  <p:sldLayoutId id="2147483767" r:id="rId6"/>
    <p:sldLayoutId id="2147483768" r:id="rId7"/>
    <p:sldLayoutId id="2147483784" r:id="rId8"/>
    <p:sldLayoutId id="2147483785" r:id="rId9"/>
    <p:sldLayoutId id="2147483771" r:id="rId10"/>
    <p:sldLayoutId id="2147483783" r:id="rId11"/>
    <p:sldLayoutId id="2147483772" r:id="rId12"/>
    <p:sldLayoutId id="2147483787" r:id="rId13"/>
    <p:sldLayoutId id="2147483786" r:id="rId14"/>
    <p:sldLayoutId id="2147483773" r:id="rId15"/>
    <p:sldLayoutId id="2147483774" r:id="rId16"/>
    <p:sldLayoutId id="2147483789" r:id="rId17"/>
    <p:sldLayoutId id="2147483805" r:id="rId18"/>
    <p:sldLayoutId id="2147483804" r:id="rId19"/>
    <p:sldLayoutId id="2147483800" r:id="rId20"/>
    <p:sldLayoutId id="2147483769" r:id="rId21"/>
    <p:sldLayoutId id="2147483770" r:id="rId22"/>
    <p:sldLayoutId id="2147483811" r:id="rId23"/>
    <p:sldLayoutId id="2147483802" r:id="rId24"/>
    <p:sldLayoutId id="2147483801" r:id="rId25"/>
    <p:sldLayoutId id="2147483807" r:id="rId26"/>
    <p:sldLayoutId id="2147483808" r:id="rId27"/>
    <p:sldLayoutId id="2147483818" r:id="rId28"/>
    <p:sldLayoutId id="2147483817" r:id="rId29"/>
    <p:sldLayoutId id="2147483819" r:id="rId30"/>
    <p:sldLayoutId id="2147483820" r:id="rId31"/>
    <p:sldLayoutId id="2147483775" r:id="rId32"/>
    <p:sldLayoutId id="2147483776" r:id="rId33"/>
    <p:sldLayoutId id="2147483803" r:id="rId34"/>
    <p:sldLayoutId id="2147483777" r:id="rId35"/>
    <p:sldLayoutId id="2147483778" r:id="rId36"/>
    <p:sldLayoutId id="2147483812" r:id="rId37"/>
    <p:sldLayoutId id="2147483813" r:id="rId38"/>
    <p:sldLayoutId id="2147483814" r:id="rId39"/>
    <p:sldLayoutId id="2147483815" r:id="rId40"/>
    <p:sldLayoutId id="2147483816" r:id="rId41"/>
    <p:sldLayoutId id="2147483779" r:id="rId42"/>
    <p:sldLayoutId id="2147483780" r:id="rId43"/>
    <p:sldLayoutId id="2147483781" r:id="rId44"/>
    <p:sldLayoutId id="2147483782" r:id="rId45"/>
    <p:sldLayoutId id="2147483810" r:id="rId46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2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Clr>
          <a:schemeClr val="bg2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Clr>
          <a:schemeClr val="bg2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110000"/>
        </a:lnSpc>
        <a:spcBef>
          <a:spcPts val="0"/>
        </a:spcBef>
        <a:spcAft>
          <a:spcPts val="1200"/>
        </a:spcAft>
        <a:buClr>
          <a:schemeClr val="bg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pos="325" userDrawn="1">
          <p15:clr>
            <a:srgbClr val="F26B43"/>
          </p15:clr>
        </p15:guide>
        <p15:guide id="3" pos="7355" userDrawn="1">
          <p15:clr>
            <a:srgbClr val="F26B43"/>
          </p15:clr>
        </p15:guide>
        <p15:guide id="4" orient="horz" pos="232" userDrawn="1">
          <p15:clr>
            <a:srgbClr val="F26B43"/>
          </p15:clr>
        </p15:guide>
        <p15:guide id="5" orient="horz" pos="4088" userDrawn="1">
          <p15:clr>
            <a:srgbClr val="F26B43"/>
          </p15:clr>
        </p15:guide>
        <p15:guide id="7" orient="horz" pos="822" userDrawn="1">
          <p15:clr>
            <a:srgbClr val="F26B43"/>
          </p15:clr>
        </p15:guide>
        <p15:guide id="9" orient="horz" pos="3725" userDrawn="1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A24C5A75-8C14-46AD-AA9C-27FBE460CB4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9"/>
            </p:custDataLst>
            <p:extLst>
              <p:ext uri="{D42A27DB-BD31-4B8C-83A1-F6EECF244321}">
                <p14:modId xmlns:p14="http://schemas.microsoft.com/office/powerpoint/2010/main" val="4105996450"/>
              </p:ext>
            </p:extLst>
          </p:nvPr>
        </p:nvGraphicFramePr>
        <p:xfrm>
          <a:off x="2118" y="1588"/>
          <a:ext cx="211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0" imgW="381" imgH="381" progId="TCLayout.ActiveDocument.1">
                  <p:embed/>
                </p:oleObj>
              </mc:Choice>
              <mc:Fallback>
                <p:oleObj name="think-cell Slide" r:id="rId20" imgW="381" imgH="381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A24C5A75-8C14-46AD-AA9C-27FBE460CB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1"/>
                      <a:stretch>
                        <a:fillRect/>
                      </a:stretch>
                    </p:blipFill>
                    <p:spPr>
                      <a:xfrm>
                        <a:off x="2118" y="1588"/>
                        <a:ext cx="211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angle 13"/>
          <p:cNvSpPr/>
          <p:nvPr userDrawn="1"/>
        </p:nvSpPr>
        <p:spPr bwMode="gray">
          <a:xfrm>
            <a:off x="1246718" y="1308989"/>
            <a:ext cx="2111557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 bwMode="gray">
          <a:xfrm>
            <a:off x="1246717" y="208346"/>
            <a:ext cx="9793816" cy="1036637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GB" noProof="0"/>
              <a:t>TITLE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 bwMode="gray">
          <a:xfrm>
            <a:off x="1246717" y="1513270"/>
            <a:ext cx="9793816" cy="471646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GB" noProof="0"/>
              <a:t>Text level 1</a:t>
            </a:r>
          </a:p>
          <a:p>
            <a:pPr lvl="1"/>
            <a:r>
              <a:rPr lang="en-GB" noProof="0"/>
              <a:t>Text level 2</a:t>
            </a:r>
          </a:p>
          <a:p>
            <a:pPr lvl="2"/>
            <a:r>
              <a:rPr lang="en-GB" noProof="0"/>
              <a:t>Text level 3</a:t>
            </a:r>
          </a:p>
          <a:p>
            <a:pPr lvl="3"/>
            <a:r>
              <a:rPr lang="en-GB" noProof="0"/>
              <a:t>Text level 4</a:t>
            </a:r>
          </a:p>
          <a:p>
            <a:pPr lvl="4"/>
            <a:r>
              <a:rPr lang="en-GB" noProof="0"/>
              <a:t>Text level 5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2"/>
          </p:nvPr>
        </p:nvSpPr>
        <p:spPr bwMode="gray">
          <a:xfrm>
            <a:off x="-1" y="6498000"/>
            <a:ext cx="1246719" cy="360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1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en-GB" noProof="0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3"/>
          </p:nvPr>
        </p:nvSpPr>
        <p:spPr bwMode="gray">
          <a:xfrm>
            <a:off x="3216000" y="6498000"/>
            <a:ext cx="5760000" cy="360000"/>
          </a:xfrm>
          <a:prstGeom prst="rect">
            <a:avLst/>
          </a:prstGeom>
        </p:spPr>
        <p:txBody>
          <a:bodyPr vert="horz" lIns="0" tIns="7200" rIns="0" bIns="0" rtlCol="0" anchor="t" anchorCtr="0">
            <a:noAutofit/>
          </a:bodyPr>
          <a:lstStyle>
            <a:lvl1pPr algn="ctr">
              <a:defRPr sz="1000" b="1">
                <a:solidFill>
                  <a:schemeClr val="accent1"/>
                </a:solidFill>
              </a:defRPr>
            </a:lvl1pPr>
          </a:lstStyle>
          <a:p>
            <a:endParaRPr lang="en-GB" noProof="0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 bwMode="gray">
          <a:xfrm>
            <a:off x="1246717" y="6498000"/>
            <a:ext cx="1200149" cy="360000"/>
          </a:xfrm>
          <a:prstGeom prst="rect">
            <a:avLst/>
          </a:prstGeom>
        </p:spPr>
        <p:txBody>
          <a:bodyPr vert="horz" lIns="0" tIns="21600" rIns="0" bIns="0" rtlCol="0" anchor="t" anchorCtr="0">
            <a:noAutofit/>
          </a:bodyPr>
          <a:lstStyle>
            <a:lvl1pPr algn="l">
              <a:defRPr sz="900" b="1">
                <a:solidFill>
                  <a:schemeClr val="tx1"/>
                </a:solidFill>
              </a:defRPr>
            </a:lvl1pPr>
          </a:lstStyle>
          <a:p>
            <a:fld id="{733122C9-A0B9-462F-8757-0847AD287B63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0" name="Rectangle 9"/>
          <p:cNvSpPr/>
          <p:nvPr userDrawn="1"/>
        </p:nvSpPr>
        <p:spPr bwMode="gray">
          <a:xfrm>
            <a:off x="10080443" y="6021388"/>
            <a:ext cx="2111557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/>
            <a:endParaRPr lang="en-GB" sz="1800" noProof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856359F5-15C0-F042-B8BF-D7C35361D45A}"/>
              </a:ext>
            </a:extLst>
          </p:cNvPr>
          <p:cNvPicPr>
            <a:picLocks noChangeAspect="1"/>
          </p:cNvPicPr>
          <p:nvPr userDrawn="1"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70989" y="6232128"/>
            <a:ext cx="1511191" cy="42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7157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2" r:id="rId1"/>
    <p:sldLayoutId id="2147483823" r:id="rId2"/>
    <p:sldLayoutId id="2147483824" r:id="rId3"/>
    <p:sldLayoutId id="2147483825" r:id="rId4"/>
    <p:sldLayoutId id="2147483826" r:id="rId5"/>
    <p:sldLayoutId id="2147483827" r:id="rId6"/>
    <p:sldLayoutId id="2147483828" r:id="rId7"/>
    <p:sldLayoutId id="2147483829" r:id="rId8"/>
    <p:sldLayoutId id="2147483830" r:id="rId9"/>
    <p:sldLayoutId id="2147483831" r:id="rId10"/>
    <p:sldLayoutId id="2147483832" r:id="rId11"/>
    <p:sldLayoutId id="2147483833" r:id="rId12"/>
    <p:sldLayoutId id="2147483834" r:id="rId13"/>
    <p:sldLayoutId id="2147483835" r:id="rId14"/>
    <p:sldLayoutId id="2147483836" r:id="rId15"/>
    <p:sldLayoutId id="2147483837" r:id="rId16"/>
    <p:sldLayoutId id="2147483838" r:id="rId17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0" kern="1200" cap="none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10000"/>
        </a:lnSpc>
        <a:spcBef>
          <a:spcPts val="0"/>
        </a:spcBef>
        <a:buFont typeface="Arial" pitchFamily="34" charset="0"/>
        <a:buNone/>
        <a:defRPr sz="2000" b="1" kern="1200">
          <a:solidFill>
            <a:schemeClr val="accent1"/>
          </a:solidFill>
          <a:latin typeface="+mn-lt"/>
          <a:ea typeface="+mn-ea"/>
          <a:cs typeface="+mn-cs"/>
        </a:defRPr>
      </a:lvl1pPr>
      <a:lvl2pPr marL="324000" indent="-180000" algn="l" defTabSz="914400" rtl="0" eaLnBrk="1" latinLnBrk="0" hangingPunct="1">
        <a:lnSpc>
          <a:spcPct val="100000"/>
        </a:lnSpc>
        <a:spcBef>
          <a:spcPts val="300"/>
        </a:spcBef>
        <a:buClr>
          <a:schemeClr val="accent3"/>
        </a:buClr>
        <a:buFont typeface="Arial" pitchFamily="34" charset="0"/>
        <a:buChar char="•"/>
        <a:defRPr sz="1800" b="1" kern="1200">
          <a:solidFill>
            <a:schemeClr val="tx1"/>
          </a:solidFill>
          <a:latin typeface="+mn-lt"/>
          <a:ea typeface="+mn-ea"/>
          <a:cs typeface="+mn-cs"/>
        </a:defRPr>
      </a:lvl2pPr>
      <a:lvl3pPr marL="504000" indent="-180000" algn="l" defTabSz="914400" rtl="0" eaLnBrk="1" latinLnBrk="0" hangingPunct="1">
        <a:lnSpc>
          <a:spcPct val="100000"/>
        </a:lnSpc>
        <a:spcBef>
          <a:spcPts val="300"/>
        </a:spcBef>
        <a:buSzPct val="100000"/>
        <a:buFont typeface="Arial" pitchFamily="34" charset="0"/>
        <a:buChar char="•"/>
        <a:defRPr sz="16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504000" indent="0" algn="l" defTabSz="914400" rtl="0" eaLnBrk="1" latinLnBrk="0" hangingPunct="1">
        <a:lnSpc>
          <a:spcPct val="100000"/>
        </a:lnSpc>
        <a:spcBef>
          <a:spcPts val="300"/>
        </a:spcBef>
        <a:buSzPct val="100000"/>
        <a:buFont typeface="Arial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684000" indent="-180000" algn="l" defTabSz="914400" rtl="0" eaLnBrk="1" latinLnBrk="0" hangingPunct="1">
        <a:lnSpc>
          <a:spcPct val="100000"/>
        </a:lnSpc>
        <a:spcBef>
          <a:spcPts val="300"/>
        </a:spcBef>
        <a:buSzPct val="100000"/>
        <a:buFont typeface="Arial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5216E73-DCB9-4D58-8A72-FB6FB54BA00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23"/>
            </p:custDataLst>
            <p:extLst>
              <p:ext uri="{D42A27DB-BD31-4B8C-83A1-F6EECF244321}">
                <p14:modId xmlns:p14="http://schemas.microsoft.com/office/powerpoint/2010/main" val="141094938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4" imgW="415" imgH="416" progId="TCLayout.ActiveDocument.1">
                  <p:embed/>
                </p:oleObj>
              </mc:Choice>
              <mc:Fallback>
                <p:oleObj name="think-cell Slide" r:id="rId2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5216E73-DCB9-4D58-8A72-FB6FB54BA0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angle 13"/>
          <p:cNvSpPr/>
          <p:nvPr userDrawn="1"/>
        </p:nvSpPr>
        <p:spPr bwMode="gray">
          <a:xfrm>
            <a:off x="672000" y="1424243"/>
            <a:ext cx="1296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 bwMode="gray">
          <a:xfrm>
            <a:off x="672000" y="217251"/>
            <a:ext cx="10848000" cy="1036637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 bwMode="gray">
          <a:xfrm>
            <a:off x="672000" y="1604675"/>
            <a:ext cx="10848000" cy="41924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 bwMode="gray">
          <a:xfrm>
            <a:off x="672000" y="6327933"/>
            <a:ext cx="1200149" cy="530067"/>
          </a:xfrm>
          <a:prstGeom prst="rect">
            <a:avLst/>
          </a:prstGeom>
        </p:spPr>
        <p:txBody>
          <a:bodyPr vert="horz" lIns="0" tIns="21600" rIns="0" bIns="0" rtlCol="0" anchor="t" anchorCtr="0">
            <a:noAutofit/>
          </a:bodyPr>
          <a:lstStyle>
            <a:lvl1pPr algn="l">
              <a:defRPr sz="1200" b="1">
                <a:solidFill>
                  <a:schemeClr val="tx1"/>
                </a:solidFill>
              </a:defRPr>
            </a:lvl1pPr>
          </a:lstStyle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0" name="Rectangle 9"/>
          <p:cNvSpPr/>
          <p:nvPr userDrawn="1"/>
        </p:nvSpPr>
        <p:spPr bwMode="gray">
          <a:xfrm>
            <a:off x="9854400" y="577195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pic>
        <p:nvPicPr>
          <p:cNvPr id="12" name="Image 11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gray">
          <a:xfrm>
            <a:off x="9782979" y="5424167"/>
            <a:ext cx="2400000" cy="14375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41538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  <p:sldLayoutId id="2147483852" r:id="rId12"/>
    <p:sldLayoutId id="2147483853" r:id="rId13"/>
    <p:sldLayoutId id="2147483854" r:id="rId14"/>
    <p:sldLayoutId id="2147483855" r:id="rId15"/>
    <p:sldLayoutId id="2147483856" r:id="rId16"/>
    <p:sldLayoutId id="2147483857" r:id="rId17"/>
    <p:sldLayoutId id="2147483858" r:id="rId18"/>
    <p:sldLayoutId id="2147483859" r:id="rId19"/>
    <p:sldLayoutId id="2147483860" r:id="rId20"/>
    <p:sldLayoutId id="2147483861" r:id="rId21"/>
  </p:sldLayoutIdLst>
  <p:hf hdr="0" ftr="0" dt="0"/>
  <p:txStyles>
    <p:titleStyle>
      <a:lvl1pPr algn="l" defTabSz="1219170" rtl="0" eaLnBrk="1" latinLnBrk="0" hangingPunct="1">
        <a:lnSpc>
          <a:spcPct val="90000"/>
        </a:lnSpc>
        <a:spcBef>
          <a:spcPct val="0"/>
        </a:spcBef>
        <a:buNone/>
        <a:defRPr sz="3733" b="0" kern="1200" cap="none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0" indent="0" algn="l" defTabSz="1219170" rtl="0" eaLnBrk="1" latinLnBrk="0" hangingPunct="1">
        <a:lnSpc>
          <a:spcPct val="110000"/>
        </a:lnSpc>
        <a:spcBef>
          <a:spcPts val="0"/>
        </a:spcBef>
        <a:buFont typeface="Arial" pitchFamily="34" charset="0"/>
        <a:buNone/>
        <a:defRPr sz="2667" b="1" kern="1200">
          <a:solidFill>
            <a:schemeClr val="accent1"/>
          </a:solidFill>
          <a:latin typeface="+mn-lt"/>
          <a:ea typeface="+mn-ea"/>
          <a:cs typeface="+mn-cs"/>
        </a:defRPr>
      </a:lvl1pPr>
      <a:lvl2pPr marL="431989" indent="-239994" algn="l" defTabSz="1219170" rtl="0" eaLnBrk="1" latinLnBrk="0" hangingPunct="1">
        <a:lnSpc>
          <a:spcPct val="100000"/>
        </a:lnSpc>
        <a:spcBef>
          <a:spcPts val="400"/>
        </a:spcBef>
        <a:buClr>
          <a:schemeClr val="accent3"/>
        </a:buClr>
        <a:buFont typeface="Arial" pitchFamily="34" charset="0"/>
        <a:buChar char="•"/>
        <a:defRPr sz="2400" b="1" kern="1200">
          <a:solidFill>
            <a:schemeClr val="tx1"/>
          </a:solidFill>
          <a:latin typeface="+mn-lt"/>
          <a:ea typeface="+mn-ea"/>
          <a:cs typeface="+mn-cs"/>
        </a:defRPr>
      </a:lvl2pPr>
      <a:lvl3pPr marL="671983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2133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671983" indent="0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None/>
        <a:defRPr sz="2133" kern="1200">
          <a:solidFill>
            <a:schemeClr val="tx1"/>
          </a:solidFill>
          <a:latin typeface="+mn-lt"/>
          <a:ea typeface="+mn-ea"/>
          <a:cs typeface="+mn-cs"/>
        </a:defRPr>
      </a:lvl4pPr>
      <a:lvl5pPr marL="911977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5216E73-DCB9-4D58-8A72-FB6FB54BA00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22"/>
            </p:custDataLst>
            <p:extLst>
              <p:ext uri="{D42A27DB-BD31-4B8C-83A1-F6EECF244321}">
                <p14:modId xmlns:p14="http://schemas.microsoft.com/office/powerpoint/2010/main" val="20684062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3" imgW="415" imgH="416" progId="TCLayout.ActiveDocument.1">
                  <p:embed/>
                </p:oleObj>
              </mc:Choice>
              <mc:Fallback>
                <p:oleObj name="think-cell Slide" r:id="rId2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5216E73-DCB9-4D58-8A72-FB6FB54BA0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angle 13"/>
          <p:cNvSpPr/>
          <p:nvPr userDrawn="1"/>
        </p:nvSpPr>
        <p:spPr bwMode="gray">
          <a:xfrm>
            <a:off x="672000" y="1424243"/>
            <a:ext cx="1296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 bwMode="gray">
          <a:xfrm>
            <a:off x="672000" y="217251"/>
            <a:ext cx="10848000" cy="1036637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 bwMode="gray">
          <a:xfrm>
            <a:off x="672000" y="1604675"/>
            <a:ext cx="10848000" cy="41924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 bwMode="gray">
          <a:xfrm>
            <a:off x="672000" y="6327933"/>
            <a:ext cx="1200149" cy="530067"/>
          </a:xfrm>
          <a:prstGeom prst="rect">
            <a:avLst/>
          </a:prstGeom>
        </p:spPr>
        <p:txBody>
          <a:bodyPr vert="horz" lIns="0" tIns="21600" rIns="0" bIns="0" rtlCol="0" anchor="t" anchorCtr="0">
            <a:noAutofit/>
          </a:bodyPr>
          <a:lstStyle>
            <a:lvl1pPr algn="l">
              <a:defRPr sz="1200" b="1">
                <a:solidFill>
                  <a:schemeClr val="tx1"/>
                </a:solidFill>
              </a:defRPr>
            </a:lvl1pPr>
          </a:lstStyle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0" name="Rectangle 9"/>
          <p:cNvSpPr/>
          <p:nvPr userDrawn="1"/>
        </p:nvSpPr>
        <p:spPr bwMode="gray">
          <a:xfrm>
            <a:off x="9854400" y="577195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pic>
        <p:nvPicPr>
          <p:cNvPr id="12" name="Image 11"/>
          <p:cNvPicPr>
            <a:picLocks noChangeAspect="1"/>
          </p:cNvPicPr>
          <p:nvPr userDrawn="1"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gray">
          <a:xfrm>
            <a:off x="9782979" y="5424167"/>
            <a:ext cx="2400000" cy="14375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27441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3" r:id="rId1"/>
    <p:sldLayoutId id="2147483864" r:id="rId2"/>
    <p:sldLayoutId id="2147483865" r:id="rId3"/>
    <p:sldLayoutId id="2147483866" r:id="rId4"/>
    <p:sldLayoutId id="2147483867" r:id="rId5"/>
    <p:sldLayoutId id="2147483868" r:id="rId6"/>
    <p:sldLayoutId id="2147483869" r:id="rId7"/>
    <p:sldLayoutId id="2147483870" r:id="rId8"/>
    <p:sldLayoutId id="2147483871" r:id="rId9"/>
    <p:sldLayoutId id="2147483872" r:id="rId10"/>
    <p:sldLayoutId id="2147483873" r:id="rId11"/>
    <p:sldLayoutId id="2147483874" r:id="rId12"/>
    <p:sldLayoutId id="2147483875" r:id="rId13"/>
    <p:sldLayoutId id="2147483876" r:id="rId14"/>
    <p:sldLayoutId id="2147483877" r:id="rId15"/>
    <p:sldLayoutId id="2147483878" r:id="rId16"/>
    <p:sldLayoutId id="2147483879" r:id="rId17"/>
    <p:sldLayoutId id="2147483880" r:id="rId18"/>
    <p:sldLayoutId id="2147483881" r:id="rId19"/>
    <p:sldLayoutId id="2147483882" r:id="rId20"/>
  </p:sldLayoutIdLst>
  <p:hf hdr="0" ftr="0" dt="0"/>
  <p:txStyles>
    <p:titleStyle>
      <a:lvl1pPr algn="l" defTabSz="1219170" rtl="0" eaLnBrk="1" latinLnBrk="0" hangingPunct="1">
        <a:lnSpc>
          <a:spcPct val="90000"/>
        </a:lnSpc>
        <a:spcBef>
          <a:spcPct val="0"/>
        </a:spcBef>
        <a:buNone/>
        <a:defRPr sz="3733" b="0" kern="1200" cap="none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0" indent="0" algn="l" defTabSz="1219170" rtl="0" eaLnBrk="1" latinLnBrk="0" hangingPunct="1">
        <a:lnSpc>
          <a:spcPct val="110000"/>
        </a:lnSpc>
        <a:spcBef>
          <a:spcPts val="0"/>
        </a:spcBef>
        <a:buFont typeface="Arial" pitchFamily="34" charset="0"/>
        <a:buNone/>
        <a:defRPr sz="2667" b="1" kern="1200">
          <a:solidFill>
            <a:schemeClr val="accent1"/>
          </a:solidFill>
          <a:latin typeface="+mn-lt"/>
          <a:ea typeface="+mn-ea"/>
          <a:cs typeface="+mn-cs"/>
        </a:defRPr>
      </a:lvl1pPr>
      <a:lvl2pPr marL="431989" indent="-239994" algn="l" defTabSz="1219170" rtl="0" eaLnBrk="1" latinLnBrk="0" hangingPunct="1">
        <a:lnSpc>
          <a:spcPct val="100000"/>
        </a:lnSpc>
        <a:spcBef>
          <a:spcPts val="400"/>
        </a:spcBef>
        <a:buClr>
          <a:schemeClr val="accent3"/>
        </a:buClr>
        <a:buFont typeface="Arial" pitchFamily="34" charset="0"/>
        <a:buChar char="•"/>
        <a:defRPr sz="2400" b="1" kern="1200">
          <a:solidFill>
            <a:schemeClr val="tx1"/>
          </a:solidFill>
          <a:latin typeface="+mn-lt"/>
          <a:ea typeface="+mn-ea"/>
          <a:cs typeface="+mn-cs"/>
        </a:defRPr>
      </a:lvl2pPr>
      <a:lvl3pPr marL="671983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2133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671983" indent="0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None/>
        <a:defRPr sz="2133" kern="1200">
          <a:solidFill>
            <a:schemeClr val="tx1"/>
          </a:solidFill>
          <a:latin typeface="+mn-lt"/>
          <a:ea typeface="+mn-ea"/>
          <a:cs typeface="+mn-cs"/>
        </a:defRPr>
      </a:lvl4pPr>
      <a:lvl5pPr marL="911977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5216E73-DCB9-4D58-8A72-FB6FB54BA00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23"/>
            </p:custDataLst>
            <p:extLst>
              <p:ext uri="{D42A27DB-BD31-4B8C-83A1-F6EECF244321}">
                <p14:modId xmlns:p14="http://schemas.microsoft.com/office/powerpoint/2010/main" val="1744882273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4" imgW="415" imgH="416" progId="TCLayout.ActiveDocument.1">
                  <p:embed/>
                </p:oleObj>
              </mc:Choice>
              <mc:Fallback>
                <p:oleObj name="think-cell Slide" r:id="rId2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5216E73-DCB9-4D58-8A72-FB6FB54BA0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angle 13"/>
          <p:cNvSpPr/>
          <p:nvPr userDrawn="1"/>
        </p:nvSpPr>
        <p:spPr bwMode="gray">
          <a:xfrm>
            <a:off x="672000" y="1424243"/>
            <a:ext cx="1296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 bwMode="gray">
          <a:xfrm>
            <a:off x="672000" y="217251"/>
            <a:ext cx="10848000" cy="1036637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 bwMode="gray">
          <a:xfrm>
            <a:off x="672000" y="1604675"/>
            <a:ext cx="10848000" cy="41924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 bwMode="gray">
          <a:xfrm>
            <a:off x="672000" y="6327933"/>
            <a:ext cx="1200149" cy="530067"/>
          </a:xfrm>
          <a:prstGeom prst="rect">
            <a:avLst/>
          </a:prstGeom>
        </p:spPr>
        <p:txBody>
          <a:bodyPr vert="horz" lIns="0" tIns="21600" rIns="0" bIns="0" rtlCol="0" anchor="t" anchorCtr="0">
            <a:noAutofit/>
          </a:bodyPr>
          <a:lstStyle>
            <a:lvl1pPr algn="l">
              <a:defRPr sz="1200" b="1">
                <a:solidFill>
                  <a:schemeClr val="tx1"/>
                </a:solidFill>
              </a:defRPr>
            </a:lvl1pPr>
          </a:lstStyle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0" name="Rectangle 9"/>
          <p:cNvSpPr/>
          <p:nvPr userDrawn="1"/>
        </p:nvSpPr>
        <p:spPr bwMode="gray">
          <a:xfrm>
            <a:off x="9854400" y="577195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pic>
        <p:nvPicPr>
          <p:cNvPr id="12" name="Image 11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gray">
          <a:xfrm>
            <a:off x="9782979" y="5424167"/>
            <a:ext cx="2400000" cy="14375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77043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4" r:id="rId1"/>
    <p:sldLayoutId id="2147483885" r:id="rId2"/>
    <p:sldLayoutId id="2147483886" r:id="rId3"/>
    <p:sldLayoutId id="2147483887" r:id="rId4"/>
    <p:sldLayoutId id="2147483888" r:id="rId5"/>
    <p:sldLayoutId id="2147483889" r:id="rId6"/>
    <p:sldLayoutId id="2147483890" r:id="rId7"/>
    <p:sldLayoutId id="2147483891" r:id="rId8"/>
    <p:sldLayoutId id="2147483892" r:id="rId9"/>
    <p:sldLayoutId id="2147483893" r:id="rId10"/>
    <p:sldLayoutId id="2147483894" r:id="rId11"/>
    <p:sldLayoutId id="2147483895" r:id="rId12"/>
    <p:sldLayoutId id="2147483896" r:id="rId13"/>
    <p:sldLayoutId id="2147483897" r:id="rId14"/>
    <p:sldLayoutId id="2147483898" r:id="rId15"/>
    <p:sldLayoutId id="2147483899" r:id="rId16"/>
    <p:sldLayoutId id="2147483900" r:id="rId17"/>
    <p:sldLayoutId id="2147483901" r:id="rId18"/>
    <p:sldLayoutId id="2147483902" r:id="rId19"/>
    <p:sldLayoutId id="2147483903" r:id="rId20"/>
    <p:sldLayoutId id="2147483904" r:id="rId21"/>
  </p:sldLayoutIdLst>
  <p:hf hdr="0" ftr="0" dt="0"/>
  <p:txStyles>
    <p:titleStyle>
      <a:lvl1pPr algn="l" defTabSz="1219170" rtl="0" eaLnBrk="1" latinLnBrk="0" hangingPunct="1">
        <a:lnSpc>
          <a:spcPct val="90000"/>
        </a:lnSpc>
        <a:spcBef>
          <a:spcPct val="0"/>
        </a:spcBef>
        <a:buNone/>
        <a:defRPr sz="3733" b="0" kern="1200" cap="none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0" indent="0" algn="l" defTabSz="1219170" rtl="0" eaLnBrk="1" latinLnBrk="0" hangingPunct="1">
        <a:lnSpc>
          <a:spcPct val="110000"/>
        </a:lnSpc>
        <a:spcBef>
          <a:spcPts val="0"/>
        </a:spcBef>
        <a:buFont typeface="Arial" pitchFamily="34" charset="0"/>
        <a:buNone/>
        <a:defRPr sz="2667" b="1" kern="1200">
          <a:solidFill>
            <a:schemeClr val="accent1"/>
          </a:solidFill>
          <a:latin typeface="+mn-lt"/>
          <a:ea typeface="+mn-ea"/>
          <a:cs typeface="+mn-cs"/>
        </a:defRPr>
      </a:lvl1pPr>
      <a:lvl2pPr marL="431989" indent="-239994" algn="l" defTabSz="1219170" rtl="0" eaLnBrk="1" latinLnBrk="0" hangingPunct="1">
        <a:lnSpc>
          <a:spcPct val="100000"/>
        </a:lnSpc>
        <a:spcBef>
          <a:spcPts val="400"/>
        </a:spcBef>
        <a:buClr>
          <a:schemeClr val="accent3"/>
        </a:buClr>
        <a:buFont typeface="Arial" pitchFamily="34" charset="0"/>
        <a:buChar char="•"/>
        <a:defRPr sz="2400" b="1" kern="1200">
          <a:solidFill>
            <a:schemeClr val="tx1"/>
          </a:solidFill>
          <a:latin typeface="+mn-lt"/>
          <a:ea typeface="+mn-ea"/>
          <a:cs typeface="+mn-cs"/>
        </a:defRPr>
      </a:lvl2pPr>
      <a:lvl3pPr marL="671983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2133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671983" indent="0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None/>
        <a:defRPr sz="2133" kern="1200">
          <a:solidFill>
            <a:schemeClr val="tx1"/>
          </a:solidFill>
          <a:latin typeface="+mn-lt"/>
          <a:ea typeface="+mn-ea"/>
          <a:cs typeface="+mn-cs"/>
        </a:defRPr>
      </a:lvl4pPr>
      <a:lvl5pPr marL="911977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5216E73-DCB9-4D58-8A72-FB6FB54BA00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23"/>
            </p:custDataLst>
            <p:extLst>
              <p:ext uri="{D42A27DB-BD31-4B8C-83A1-F6EECF244321}">
                <p14:modId xmlns:p14="http://schemas.microsoft.com/office/powerpoint/2010/main" val="106217632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4" imgW="415" imgH="416" progId="TCLayout.ActiveDocument.1">
                  <p:embed/>
                </p:oleObj>
              </mc:Choice>
              <mc:Fallback>
                <p:oleObj name="think-cell Slide" r:id="rId24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5216E73-DCB9-4D58-8A72-FB6FB54BA0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angle 13"/>
          <p:cNvSpPr/>
          <p:nvPr userDrawn="1"/>
        </p:nvSpPr>
        <p:spPr bwMode="gray">
          <a:xfrm>
            <a:off x="672000" y="1424243"/>
            <a:ext cx="1296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 bwMode="gray">
          <a:xfrm>
            <a:off x="672000" y="217251"/>
            <a:ext cx="10848000" cy="1036637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 bwMode="gray">
          <a:xfrm>
            <a:off x="672000" y="1604675"/>
            <a:ext cx="10848000" cy="41924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 bwMode="gray">
          <a:xfrm>
            <a:off x="672000" y="6327933"/>
            <a:ext cx="1200149" cy="530067"/>
          </a:xfrm>
          <a:prstGeom prst="rect">
            <a:avLst/>
          </a:prstGeom>
        </p:spPr>
        <p:txBody>
          <a:bodyPr vert="horz" lIns="0" tIns="21600" rIns="0" bIns="0" rtlCol="0" anchor="t" anchorCtr="0">
            <a:noAutofit/>
          </a:bodyPr>
          <a:lstStyle>
            <a:lvl1pPr algn="l">
              <a:defRPr sz="1200" b="1">
                <a:solidFill>
                  <a:schemeClr val="tx1"/>
                </a:solidFill>
              </a:defRPr>
            </a:lvl1pPr>
          </a:lstStyle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0" name="Rectangle 9"/>
          <p:cNvSpPr/>
          <p:nvPr userDrawn="1"/>
        </p:nvSpPr>
        <p:spPr bwMode="gray">
          <a:xfrm>
            <a:off x="9854400" y="577195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pic>
        <p:nvPicPr>
          <p:cNvPr id="12" name="Image 11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gray">
          <a:xfrm>
            <a:off x="9782979" y="5424167"/>
            <a:ext cx="2400000" cy="14375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56340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6" r:id="rId1"/>
    <p:sldLayoutId id="2147483907" r:id="rId2"/>
    <p:sldLayoutId id="2147483908" r:id="rId3"/>
    <p:sldLayoutId id="2147483909" r:id="rId4"/>
    <p:sldLayoutId id="2147483910" r:id="rId5"/>
    <p:sldLayoutId id="2147483911" r:id="rId6"/>
    <p:sldLayoutId id="2147483912" r:id="rId7"/>
    <p:sldLayoutId id="2147483913" r:id="rId8"/>
    <p:sldLayoutId id="2147483914" r:id="rId9"/>
    <p:sldLayoutId id="2147483915" r:id="rId10"/>
    <p:sldLayoutId id="2147483916" r:id="rId11"/>
    <p:sldLayoutId id="2147483917" r:id="rId12"/>
    <p:sldLayoutId id="2147483918" r:id="rId13"/>
    <p:sldLayoutId id="2147483919" r:id="rId14"/>
    <p:sldLayoutId id="2147483920" r:id="rId15"/>
    <p:sldLayoutId id="2147483921" r:id="rId16"/>
    <p:sldLayoutId id="2147483922" r:id="rId17"/>
    <p:sldLayoutId id="2147483923" r:id="rId18"/>
    <p:sldLayoutId id="2147483924" r:id="rId19"/>
    <p:sldLayoutId id="2147483925" r:id="rId20"/>
    <p:sldLayoutId id="2147483926" r:id="rId21"/>
  </p:sldLayoutIdLst>
  <p:hf hdr="0" ftr="0" dt="0"/>
  <p:txStyles>
    <p:titleStyle>
      <a:lvl1pPr algn="l" defTabSz="1219170" rtl="0" eaLnBrk="1" latinLnBrk="0" hangingPunct="1">
        <a:lnSpc>
          <a:spcPct val="90000"/>
        </a:lnSpc>
        <a:spcBef>
          <a:spcPct val="0"/>
        </a:spcBef>
        <a:buNone/>
        <a:defRPr sz="3733" b="0" kern="1200" cap="none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0" indent="0" algn="l" defTabSz="1219170" rtl="0" eaLnBrk="1" latinLnBrk="0" hangingPunct="1">
        <a:lnSpc>
          <a:spcPct val="110000"/>
        </a:lnSpc>
        <a:spcBef>
          <a:spcPts val="0"/>
        </a:spcBef>
        <a:buFont typeface="Arial" pitchFamily="34" charset="0"/>
        <a:buNone/>
        <a:defRPr sz="2667" b="1" kern="1200">
          <a:solidFill>
            <a:schemeClr val="accent1"/>
          </a:solidFill>
          <a:latin typeface="+mn-lt"/>
          <a:ea typeface="+mn-ea"/>
          <a:cs typeface="+mn-cs"/>
        </a:defRPr>
      </a:lvl1pPr>
      <a:lvl2pPr marL="431989" indent="-239994" algn="l" defTabSz="1219170" rtl="0" eaLnBrk="1" latinLnBrk="0" hangingPunct="1">
        <a:lnSpc>
          <a:spcPct val="100000"/>
        </a:lnSpc>
        <a:spcBef>
          <a:spcPts val="400"/>
        </a:spcBef>
        <a:buClr>
          <a:schemeClr val="accent3"/>
        </a:buClr>
        <a:buFont typeface="Arial" pitchFamily="34" charset="0"/>
        <a:buChar char="•"/>
        <a:defRPr sz="2400" b="1" kern="1200">
          <a:solidFill>
            <a:schemeClr val="tx1"/>
          </a:solidFill>
          <a:latin typeface="+mn-lt"/>
          <a:ea typeface="+mn-ea"/>
          <a:cs typeface="+mn-cs"/>
        </a:defRPr>
      </a:lvl2pPr>
      <a:lvl3pPr marL="671983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2133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671983" indent="0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None/>
        <a:defRPr sz="2133" kern="1200">
          <a:solidFill>
            <a:schemeClr val="tx1"/>
          </a:solidFill>
          <a:latin typeface="+mn-lt"/>
          <a:ea typeface="+mn-ea"/>
          <a:cs typeface="+mn-cs"/>
        </a:defRPr>
      </a:lvl4pPr>
      <a:lvl5pPr marL="911977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15216E73-DCB9-4D58-8A72-FB6FB54BA00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22"/>
            </p:custDataLst>
            <p:extLst>
              <p:ext uri="{D42A27DB-BD31-4B8C-83A1-F6EECF244321}">
                <p14:modId xmlns:p14="http://schemas.microsoft.com/office/powerpoint/2010/main" val="206840625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3" imgW="415" imgH="416" progId="TCLayout.ActiveDocument.1">
                  <p:embed/>
                </p:oleObj>
              </mc:Choice>
              <mc:Fallback>
                <p:oleObj name="think-cell Slide" r:id="rId23" imgW="415" imgH="41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15216E73-DCB9-4D58-8A72-FB6FB54BA0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angle 13"/>
          <p:cNvSpPr/>
          <p:nvPr userDrawn="1"/>
        </p:nvSpPr>
        <p:spPr bwMode="gray">
          <a:xfrm>
            <a:off x="672000" y="1424243"/>
            <a:ext cx="12960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 bwMode="gray">
          <a:xfrm>
            <a:off x="672000" y="217251"/>
            <a:ext cx="10848000" cy="1036637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 noProof="0"/>
              <a:t>TITLE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 bwMode="gray">
          <a:xfrm>
            <a:off x="672000" y="1604675"/>
            <a:ext cx="10848000" cy="41924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/>
              <a:t>Text level 1</a:t>
            </a:r>
          </a:p>
          <a:p>
            <a:pPr lvl="1"/>
            <a:r>
              <a:rPr lang="en-US" noProof="0"/>
              <a:t>Text level 2</a:t>
            </a:r>
          </a:p>
          <a:p>
            <a:pPr lvl="2"/>
            <a:r>
              <a:rPr lang="en-US" noProof="0"/>
              <a:t>Text level 3</a:t>
            </a:r>
          </a:p>
          <a:p>
            <a:pPr lvl="3"/>
            <a:r>
              <a:rPr lang="en-US" noProof="0"/>
              <a:t>Text level 4</a:t>
            </a:r>
          </a:p>
          <a:p>
            <a:pPr lvl="4"/>
            <a:r>
              <a:rPr lang="en-US" noProof="0"/>
              <a:t>Text level 5</a:t>
            </a: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 bwMode="gray">
          <a:xfrm>
            <a:off x="672000" y="6327933"/>
            <a:ext cx="1200149" cy="530067"/>
          </a:xfrm>
          <a:prstGeom prst="rect">
            <a:avLst/>
          </a:prstGeom>
        </p:spPr>
        <p:txBody>
          <a:bodyPr vert="horz" lIns="0" tIns="21600" rIns="0" bIns="0" rtlCol="0" anchor="t" anchorCtr="0">
            <a:noAutofit/>
          </a:bodyPr>
          <a:lstStyle>
            <a:lvl1pPr algn="l">
              <a:defRPr sz="1200" b="1">
                <a:solidFill>
                  <a:schemeClr val="tx1"/>
                </a:solidFill>
              </a:defRPr>
            </a:lvl1pPr>
          </a:lstStyle>
          <a:p>
            <a:fld id="{733122C9-A0B9-462F-8757-0847AD287B63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0" name="Rectangle 9"/>
          <p:cNvSpPr/>
          <p:nvPr userDrawn="1"/>
        </p:nvSpPr>
        <p:spPr bwMode="gray">
          <a:xfrm>
            <a:off x="9854400" y="5771955"/>
            <a:ext cx="2337600" cy="25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noProof="0"/>
          </a:p>
        </p:txBody>
      </p:sp>
      <p:pic>
        <p:nvPicPr>
          <p:cNvPr id="12" name="Image 11"/>
          <p:cNvPicPr>
            <a:picLocks noChangeAspect="1"/>
          </p:cNvPicPr>
          <p:nvPr userDrawn="1"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9782979" y="5424167"/>
            <a:ext cx="2400000" cy="14375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41950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8" r:id="rId1"/>
    <p:sldLayoutId id="2147483929" r:id="rId2"/>
    <p:sldLayoutId id="2147483930" r:id="rId3"/>
    <p:sldLayoutId id="2147483931" r:id="rId4"/>
    <p:sldLayoutId id="2147483932" r:id="rId5"/>
    <p:sldLayoutId id="2147483933" r:id="rId6"/>
    <p:sldLayoutId id="2147483934" r:id="rId7"/>
    <p:sldLayoutId id="2147483935" r:id="rId8"/>
    <p:sldLayoutId id="2147483936" r:id="rId9"/>
    <p:sldLayoutId id="2147483937" r:id="rId10"/>
    <p:sldLayoutId id="2147483938" r:id="rId11"/>
    <p:sldLayoutId id="2147483939" r:id="rId12"/>
    <p:sldLayoutId id="2147483940" r:id="rId13"/>
    <p:sldLayoutId id="2147483941" r:id="rId14"/>
    <p:sldLayoutId id="2147483942" r:id="rId15"/>
    <p:sldLayoutId id="2147483943" r:id="rId16"/>
    <p:sldLayoutId id="2147483944" r:id="rId17"/>
    <p:sldLayoutId id="2147483945" r:id="rId18"/>
    <p:sldLayoutId id="2147483946" r:id="rId19"/>
    <p:sldLayoutId id="2147483947" r:id="rId20"/>
  </p:sldLayoutIdLst>
  <p:hf hdr="0" ftr="0" dt="0"/>
  <p:txStyles>
    <p:titleStyle>
      <a:lvl1pPr algn="l" defTabSz="1219170" rtl="0" eaLnBrk="1" latinLnBrk="0" hangingPunct="1">
        <a:lnSpc>
          <a:spcPct val="90000"/>
        </a:lnSpc>
        <a:spcBef>
          <a:spcPct val="0"/>
        </a:spcBef>
        <a:buNone/>
        <a:defRPr sz="3733" b="0" kern="1200" cap="none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0" indent="0" algn="l" defTabSz="1219170" rtl="0" eaLnBrk="1" latinLnBrk="0" hangingPunct="1">
        <a:lnSpc>
          <a:spcPct val="110000"/>
        </a:lnSpc>
        <a:spcBef>
          <a:spcPts val="0"/>
        </a:spcBef>
        <a:buFont typeface="Arial" pitchFamily="34" charset="0"/>
        <a:buNone/>
        <a:defRPr sz="2667" b="1" kern="1200">
          <a:solidFill>
            <a:schemeClr val="accent1"/>
          </a:solidFill>
          <a:latin typeface="+mn-lt"/>
          <a:ea typeface="+mn-ea"/>
          <a:cs typeface="+mn-cs"/>
        </a:defRPr>
      </a:lvl1pPr>
      <a:lvl2pPr marL="431989" indent="-239994" algn="l" defTabSz="1219170" rtl="0" eaLnBrk="1" latinLnBrk="0" hangingPunct="1">
        <a:lnSpc>
          <a:spcPct val="100000"/>
        </a:lnSpc>
        <a:spcBef>
          <a:spcPts val="400"/>
        </a:spcBef>
        <a:buClr>
          <a:schemeClr val="accent3"/>
        </a:buClr>
        <a:buFont typeface="Arial" pitchFamily="34" charset="0"/>
        <a:buChar char="•"/>
        <a:defRPr sz="2400" b="1" kern="1200">
          <a:solidFill>
            <a:schemeClr val="tx1"/>
          </a:solidFill>
          <a:latin typeface="+mn-lt"/>
          <a:ea typeface="+mn-ea"/>
          <a:cs typeface="+mn-cs"/>
        </a:defRPr>
      </a:lvl2pPr>
      <a:lvl3pPr marL="671983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2133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671983" indent="0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None/>
        <a:defRPr sz="2133" kern="1200">
          <a:solidFill>
            <a:schemeClr val="tx1"/>
          </a:solidFill>
          <a:latin typeface="+mn-lt"/>
          <a:ea typeface="+mn-ea"/>
          <a:cs typeface="+mn-cs"/>
        </a:defRPr>
      </a:lvl4pPr>
      <a:lvl5pPr marL="911977" indent="-239994" algn="l" defTabSz="1219170" rtl="0" eaLnBrk="1" latinLnBrk="0" hangingPunct="1">
        <a:lnSpc>
          <a:spcPct val="100000"/>
        </a:lnSpc>
        <a:spcBef>
          <a:spcPts val="400"/>
        </a:spcBef>
        <a:buSzPct val="100000"/>
        <a:buFont typeface="Arial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3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20.xml"/><Relationship Id="rId1" Type="http://schemas.openxmlformats.org/officeDocument/2006/relationships/tags" Target="../tags/tag131.xml"/><Relationship Id="rId5" Type="http://schemas.openxmlformats.org/officeDocument/2006/relationships/image" Target="../media/image29.emf"/><Relationship Id="rId4" Type="http://schemas.openxmlformats.org/officeDocument/2006/relationships/oleObject" Target="../embeddings/oleObject119.bin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0.xml"/></Relationships>
</file>

<file path=ppt/slides/_rels/slide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7FFFEECF_26B251B0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0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0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7C39194-3B34-8B4E-AC20-1EE71A993C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00184" y="2254305"/>
            <a:ext cx="9154637" cy="1929036"/>
          </a:xfrm>
        </p:spPr>
        <p:txBody>
          <a:bodyPr>
            <a:normAutofit/>
          </a:bodyPr>
          <a:lstStyle/>
          <a:p>
            <a:r>
              <a:rPr lang="en-US" sz="2800"/>
              <a:t>Planification </a:t>
            </a:r>
            <a:r>
              <a:rPr lang="en-US" sz="2800" err="1"/>
              <a:t>complète</a:t>
            </a:r>
            <a:r>
              <a:rPr lang="en-US" sz="2800"/>
              <a:t> du </a:t>
            </a:r>
            <a:r>
              <a:rPr lang="en-US" sz="2800" err="1"/>
              <a:t>portefeuille</a:t>
            </a:r>
            <a:r>
              <a:rPr lang="en-US" sz="2800"/>
              <a:t> </a:t>
            </a:r>
            <a:r>
              <a:rPr lang="fr-FR" sz="2800"/>
              <a:t>(FPP)</a:t>
            </a:r>
            <a:br>
              <a:rPr lang="en-GB" sz="7200"/>
            </a:br>
            <a:endParaRPr lang="en-GB" sz="720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44F1F10-4296-7B44-8141-AA1BE6E18FB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GB"/>
              <a:t>10 </a:t>
            </a:r>
            <a:r>
              <a:rPr lang="en-GB" err="1"/>
              <a:t>septembre</a:t>
            </a:r>
            <a:r>
              <a:rPr lang="en-GB"/>
              <a:t> 2024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7966482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Object 48" hidden="1">
            <a:extLst>
              <a:ext uri="{FF2B5EF4-FFF2-40B4-BE49-F238E27FC236}">
                <a16:creationId xmlns:a16="http://schemas.microsoft.com/office/drawing/2014/main" id="{F907F662-2442-9E3F-F948-EF2A27FA72A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5" imgH="416" progId="TCLayout.ActiveDocument.1">
                  <p:embed/>
                </p:oleObj>
              </mc:Choice>
              <mc:Fallback>
                <p:oleObj name="think-cell Slide" r:id="rId4" imgW="415" imgH="416" progId="TCLayout.ActiveDocument.1">
                  <p:embed/>
                  <p:pic>
                    <p:nvPicPr>
                      <p:cNvPr id="49" name="Object 48" hidden="1">
                        <a:extLst>
                          <a:ext uri="{FF2B5EF4-FFF2-40B4-BE49-F238E27FC236}">
                            <a16:creationId xmlns:a16="http://schemas.microsoft.com/office/drawing/2014/main" id="{F907F662-2442-9E3F-F948-EF2A27FA72A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0" name="Rectangle 49">
            <a:extLst>
              <a:ext uri="{FF2B5EF4-FFF2-40B4-BE49-F238E27FC236}">
                <a16:creationId xmlns:a16="http://schemas.microsoft.com/office/drawing/2014/main" id="{B5CBA108-E3C9-9EC6-5F64-79F22A14BA88}"/>
              </a:ext>
            </a:extLst>
          </p:cNvPr>
          <p:cNvSpPr/>
          <p:nvPr/>
        </p:nvSpPr>
        <p:spPr>
          <a:xfrm>
            <a:off x="424543" y="6077527"/>
            <a:ext cx="11610439" cy="41214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836A36B-42F6-566B-7770-9A466480A6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68300"/>
            <a:ext cx="11160126" cy="592778"/>
          </a:xfrm>
        </p:spPr>
        <p:txBody>
          <a:bodyPr vert="horz">
            <a:normAutofit/>
          </a:bodyPr>
          <a:lstStyle/>
          <a:p>
            <a:r>
              <a:rPr lang="fr-FR"/>
              <a:t>Planification pluriannuelle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B0CA42D-D866-1EE1-467A-502ACE80FB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2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5FEBABF-B14E-0A42-3211-D5104A45A897}"/>
              </a:ext>
            </a:extLst>
          </p:cNvPr>
          <p:cNvSpPr/>
          <p:nvPr/>
        </p:nvSpPr>
        <p:spPr>
          <a:xfrm>
            <a:off x="1384711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2023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B3AA4A9-7F2C-9972-0DF6-CAB7CC304FBC}"/>
              </a:ext>
            </a:extLst>
          </p:cNvPr>
          <p:cNvSpPr/>
          <p:nvPr/>
        </p:nvSpPr>
        <p:spPr>
          <a:xfrm>
            <a:off x="2302395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2024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FE23D00-9EB0-619A-12D1-71B1CFF638DC}"/>
              </a:ext>
            </a:extLst>
          </p:cNvPr>
          <p:cNvSpPr/>
          <p:nvPr/>
        </p:nvSpPr>
        <p:spPr>
          <a:xfrm>
            <a:off x="3220082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2025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711C202-CEC5-9993-5173-216B6C8F31FE}"/>
              </a:ext>
            </a:extLst>
          </p:cNvPr>
          <p:cNvSpPr/>
          <p:nvPr/>
        </p:nvSpPr>
        <p:spPr>
          <a:xfrm>
            <a:off x="4137766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2026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B06F64D-56A7-54EA-DBA8-BF2DDA4EB5E4}"/>
              </a:ext>
            </a:extLst>
          </p:cNvPr>
          <p:cNvSpPr/>
          <p:nvPr/>
        </p:nvSpPr>
        <p:spPr>
          <a:xfrm>
            <a:off x="5055451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2027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4191DE1-B204-95A7-CE9F-4790B1D437D0}"/>
              </a:ext>
            </a:extLst>
          </p:cNvPr>
          <p:cNvSpPr/>
          <p:nvPr/>
        </p:nvSpPr>
        <p:spPr>
          <a:xfrm>
            <a:off x="5973138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2028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E13AD9D-65E3-E8BD-E5D0-4C8AA0D961A0}"/>
              </a:ext>
            </a:extLst>
          </p:cNvPr>
          <p:cNvSpPr/>
          <p:nvPr/>
        </p:nvSpPr>
        <p:spPr>
          <a:xfrm>
            <a:off x="6890127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2029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00FBA60-1953-33A2-EC1B-3FA8D6F6B067}"/>
              </a:ext>
            </a:extLst>
          </p:cNvPr>
          <p:cNvSpPr/>
          <p:nvPr/>
        </p:nvSpPr>
        <p:spPr>
          <a:xfrm>
            <a:off x="7807811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2030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83633BC-E91E-3158-DA50-C650CE2B71B7}"/>
              </a:ext>
            </a:extLst>
          </p:cNvPr>
          <p:cNvSpPr/>
          <p:nvPr/>
        </p:nvSpPr>
        <p:spPr>
          <a:xfrm>
            <a:off x="5965843" y="3276859"/>
            <a:ext cx="4547576" cy="409720"/>
          </a:xfrm>
          <a:prstGeom prst="rect">
            <a:avLst/>
          </a:prstGeom>
          <a:solidFill>
            <a:srgbClr val="0065B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err="1">
                <a:solidFill>
                  <a:prstClr val="white"/>
                </a:solidFill>
                <a:latin typeface="Arial"/>
              </a:rPr>
              <a:t>Demande</a:t>
            </a:r>
            <a:r>
              <a:rPr lang="en-US" sz="1400" b="1">
                <a:solidFill>
                  <a:prstClr val="white"/>
                </a:solidFill>
                <a:latin typeface="Arial"/>
              </a:rPr>
              <a:t> de RSS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BE08B4E-8028-8AEC-5CDA-25C3EE35BF7C}"/>
              </a:ext>
            </a:extLst>
          </p:cNvPr>
          <p:cNvSpPr/>
          <p:nvPr/>
        </p:nvSpPr>
        <p:spPr>
          <a:xfrm>
            <a:off x="1378801" y="3276859"/>
            <a:ext cx="4547576" cy="409720"/>
          </a:xfrm>
          <a:prstGeom prst="rect">
            <a:avLst/>
          </a:prstGeom>
          <a:solidFill>
            <a:srgbClr val="0065B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err="1">
                <a:solidFill>
                  <a:prstClr val="white"/>
                </a:solidFill>
                <a:latin typeface="Arial"/>
              </a:rPr>
              <a:t>Demande</a:t>
            </a:r>
            <a:r>
              <a:rPr lang="en-US" sz="1400" b="1">
                <a:solidFill>
                  <a:prstClr val="white"/>
                </a:solidFill>
                <a:latin typeface="Arial"/>
              </a:rPr>
              <a:t> de RSS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AEDCC8F-3CF8-D750-F556-DD38F2F7FB70}"/>
              </a:ext>
            </a:extLst>
          </p:cNvPr>
          <p:cNvSpPr/>
          <p:nvPr/>
        </p:nvSpPr>
        <p:spPr>
          <a:xfrm>
            <a:off x="8725495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2031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4C86F48-5B60-1B69-B6F6-7B949356464B}"/>
              </a:ext>
            </a:extLst>
          </p:cNvPr>
          <p:cNvSpPr/>
          <p:nvPr/>
        </p:nvSpPr>
        <p:spPr>
          <a:xfrm>
            <a:off x="9643179" y="2869128"/>
            <a:ext cx="876835" cy="292543"/>
          </a:xfrm>
          <a:prstGeom prst="rect">
            <a:avLst/>
          </a:pr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>
                <a:solidFill>
                  <a:srgbClr val="343434"/>
                </a:solidFill>
                <a:latin typeface="Arial"/>
              </a:rPr>
              <a:t>2032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5267156-2395-DD7D-BEC5-C9F2B763917D}"/>
              </a:ext>
            </a:extLst>
          </p:cNvPr>
          <p:cNvGrpSpPr/>
          <p:nvPr/>
        </p:nvGrpSpPr>
        <p:grpSpPr>
          <a:xfrm>
            <a:off x="5965843" y="3771027"/>
            <a:ext cx="4546800" cy="409720"/>
            <a:chOff x="6626957" y="2491112"/>
            <a:chExt cx="4554134" cy="409720"/>
          </a:xfrm>
          <a:solidFill>
            <a:schemeClr val="bg2"/>
          </a:solidFill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309A319-9F15-1055-70E1-420683266980}"/>
                </a:ext>
              </a:extLst>
            </p:cNvPr>
            <p:cNvSpPr/>
            <p:nvPr/>
          </p:nvSpPr>
          <p:spPr>
            <a:xfrm>
              <a:off x="6626957" y="2491112"/>
              <a:ext cx="4547576" cy="4097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20" name="Triangle 279">
              <a:extLst>
                <a:ext uri="{FF2B5EF4-FFF2-40B4-BE49-F238E27FC236}">
                  <a16:creationId xmlns:a16="http://schemas.microsoft.com/office/drawing/2014/main" id="{181D0A4E-75FC-3392-73F4-B665464F0774}"/>
                </a:ext>
              </a:extLst>
            </p:cNvPr>
            <p:cNvSpPr/>
            <p:nvPr/>
          </p:nvSpPr>
          <p:spPr>
            <a:xfrm>
              <a:off x="6887314" y="2538001"/>
              <a:ext cx="367893" cy="30577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9045FAE3-C5C8-0816-8FD8-73DFDA9414CD}"/>
                </a:ext>
              </a:extLst>
            </p:cNvPr>
            <p:cNvSpPr/>
            <p:nvPr/>
          </p:nvSpPr>
          <p:spPr>
            <a:xfrm>
              <a:off x="6633515" y="2491112"/>
              <a:ext cx="4547576" cy="4097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>
                  <a:solidFill>
                    <a:prstClr val="white"/>
                  </a:solidFill>
                  <a:latin typeface="Arial"/>
                </a:rPr>
                <a:t>Programmation de l’assistance technique au pays et soutien</a:t>
              </a:r>
              <a:endParaRPr lang="en-US" sz="1400" b="1">
                <a:solidFill>
                  <a:prstClr val="white"/>
                </a:solidFill>
                <a:latin typeface="Arial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C987694-0104-5E21-6F9D-34EA16402BB3}"/>
              </a:ext>
            </a:extLst>
          </p:cNvPr>
          <p:cNvGrpSpPr/>
          <p:nvPr/>
        </p:nvGrpSpPr>
        <p:grpSpPr>
          <a:xfrm>
            <a:off x="1378801" y="4778433"/>
            <a:ext cx="4546799" cy="668119"/>
            <a:chOff x="2042305" y="3498518"/>
            <a:chExt cx="4542362" cy="668118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EC46A1C-6EEE-7BB1-0A77-EFAED2D42A13}"/>
                </a:ext>
              </a:extLst>
            </p:cNvPr>
            <p:cNvSpPr/>
            <p:nvPr/>
          </p:nvSpPr>
          <p:spPr>
            <a:xfrm>
              <a:off x="2042305" y="3498518"/>
              <a:ext cx="1794521" cy="66811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>
                  <a:solidFill>
                    <a:prstClr val="white"/>
                  </a:solidFill>
                  <a:latin typeface="Arial"/>
                </a:rPr>
                <a:t>Nouvelles introductions / </a:t>
              </a:r>
              <a:r>
                <a:rPr lang="en-US" sz="1400" b="1" err="1">
                  <a:solidFill>
                    <a:prstClr val="white"/>
                  </a:solidFill>
                  <a:latin typeface="Arial"/>
                </a:rPr>
                <a:t>campagnes</a:t>
              </a:r>
              <a:endParaRPr lang="en-US" sz="1400" b="1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30B3C01A-E7AF-B221-DD94-F2E25C8F5C82}"/>
                </a:ext>
              </a:extLst>
            </p:cNvPr>
            <p:cNvSpPr/>
            <p:nvPr/>
          </p:nvSpPr>
          <p:spPr>
            <a:xfrm>
              <a:off x="3836825" y="3498518"/>
              <a:ext cx="2747842" cy="668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i="1" err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Campagnes</a:t>
              </a:r>
              <a:r>
                <a:rPr lang="en-US" sz="1400" b="1" i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 </a:t>
              </a:r>
              <a:r>
                <a:rPr lang="en-US" sz="1400" b="1" i="1" err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ou</a:t>
              </a:r>
              <a:r>
                <a:rPr lang="en-US" sz="1400" b="1" i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 introductions </a:t>
              </a:r>
              <a:r>
                <a:rPr lang="en-US" sz="1400" b="1" i="1" err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supplémentaires</a:t>
              </a:r>
              <a:endParaRPr lang="en-US" sz="1400" b="1" i="1">
                <a:solidFill>
                  <a:schemeClr val="accent1">
                    <a:lumMod val="50000"/>
                  </a:schemeClr>
                </a:solidFill>
                <a:latin typeface="Arial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0196B33-4110-F02E-9ECD-C18E96A13D55}"/>
              </a:ext>
            </a:extLst>
          </p:cNvPr>
          <p:cNvGrpSpPr/>
          <p:nvPr/>
        </p:nvGrpSpPr>
        <p:grpSpPr>
          <a:xfrm>
            <a:off x="5965843" y="4778433"/>
            <a:ext cx="4546800" cy="668119"/>
            <a:chOff x="6626957" y="3498518"/>
            <a:chExt cx="4531882" cy="668118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EE2132E4-D888-302A-2BA2-A2CA7FEDB4A3}"/>
                </a:ext>
              </a:extLst>
            </p:cNvPr>
            <p:cNvSpPr/>
            <p:nvPr/>
          </p:nvSpPr>
          <p:spPr>
            <a:xfrm>
              <a:off x="6626957" y="3498518"/>
              <a:ext cx="1784800" cy="66811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>
                  <a:solidFill>
                    <a:prstClr val="white"/>
                  </a:solidFill>
                  <a:latin typeface="Arial"/>
                </a:rPr>
                <a:t>Nouvelles introductions / </a:t>
              </a:r>
              <a:r>
                <a:rPr lang="en-US" sz="1400" b="1" err="1">
                  <a:solidFill>
                    <a:prstClr val="white"/>
                  </a:solidFill>
                  <a:latin typeface="Arial"/>
                </a:rPr>
                <a:t>campagnes</a:t>
              </a:r>
              <a:endParaRPr lang="en-US" sz="1400" b="1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E5823223-593E-8E3B-FBDB-D04A865A0F5D}"/>
                </a:ext>
              </a:extLst>
            </p:cNvPr>
            <p:cNvSpPr/>
            <p:nvPr/>
          </p:nvSpPr>
          <p:spPr>
            <a:xfrm>
              <a:off x="8410997" y="3498518"/>
              <a:ext cx="2747842" cy="668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i="1" err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Campagnes</a:t>
              </a:r>
              <a:r>
                <a:rPr lang="en-US" sz="1400" b="1" i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 </a:t>
              </a:r>
              <a:r>
                <a:rPr lang="en-US" sz="1400" b="1" i="1" err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ou</a:t>
              </a:r>
              <a:r>
                <a:rPr lang="en-US" sz="1400" b="1" i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 introductions </a:t>
              </a:r>
              <a:r>
                <a:rPr lang="en-US" sz="1400" b="1" i="1" err="1">
                  <a:solidFill>
                    <a:schemeClr val="accent1">
                      <a:lumMod val="50000"/>
                    </a:schemeClr>
                  </a:solidFill>
                  <a:latin typeface="Arial"/>
                </a:rPr>
                <a:t>supplémentaires</a:t>
              </a:r>
              <a:endParaRPr lang="en-US" sz="1400" b="1" i="1">
                <a:solidFill>
                  <a:schemeClr val="accent1">
                    <a:lumMod val="50000"/>
                  </a:schemeClr>
                </a:solidFill>
                <a:latin typeface="Arial"/>
              </a:endParaRP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451F063E-33A1-3DC5-CD4B-81D51443A157}"/>
              </a:ext>
            </a:extLst>
          </p:cNvPr>
          <p:cNvSpPr/>
          <p:nvPr/>
        </p:nvSpPr>
        <p:spPr>
          <a:xfrm>
            <a:off x="1378801" y="4259725"/>
            <a:ext cx="4546800" cy="443919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en-US" sz="1400" b="1">
                <a:solidFill>
                  <a:prstClr val="white"/>
                </a:solidFill>
                <a:latin typeface="Arial"/>
              </a:rPr>
              <a:t>CCEOP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85FF612-6297-3234-A3DE-81C6C004AA42}"/>
              </a:ext>
            </a:extLst>
          </p:cNvPr>
          <p:cNvSpPr/>
          <p:nvPr/>
        </p:nvSpPr>
        <p:spPr>
          <a:xfrm>
            <a:off x="5965843" y="4255550"/>
            <a:ext cx="4550400" cy="443919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en-US" sz="1400" b="1">
                <a:solidFill>
                  <a:prstClr val="white"/>
                </a:solidFill>
                <a:latin typeface="Arial"/>
              </a:rPr>
              <a:t>CCEOP</a:t>
            </a: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43140D3-91F1-0053-C73E-62357AA8D55F}"/>
              </a:ext>
            </a:extLst>
          </p:cNvPr>
          <p:cNvGrpSpPr/>
          <p:nvPr/>
        </p:nvGrpSpPr>
        <p:grpSpPr>
          <a:xfrm>
            <a:off x="1378801" y="3768291"/>
            <a:ext cx="4546800" cy="409720"/>
            <a:chOff x="6626957" y="2491112"/>
            <a:chExt cx="4554134" cy="409720"/>
          </a:xfrm>
          <a:solidFill>
            <a:schemeClr val="bg2"/>
          </a:solidFill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D77DE18-7059-426F-6715-297A07B34E6C}"/>
                </a:ext>
              </a:extLst>
            </p:cNvPr>
            <p:cNvSpPr/>
            <p:nvPr/>
          </p:nvSpPr>
          <p:spPr>
            <a:xfrm>
              <a:off x="6626957" y="2491112"/>
              <a:ext cx="4547576" cy="4097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32" name="Triangle 279">
              <a:extLst>
                <a:ext uri="{FF2B5EF4-FFF2-40B4-BE49-F238E27FC236}">
                  <a16:creationId xmlns:a16="http://schemas.microsoft.com/office/drawing/2014/main" id="{052F1025-D282-A85B-FDFE-21173F6E1A7C}"/>
                </a:ext>
              </a:extLst>
            </p:cNvPr>
            <p:cNvSpPr/>
            <p:nvPr/>
          </p:nvSpPr>
          <p:spPr>
            <a:xfrm>
              <a:off x="6887314" y="2538001"/>
              <a:ext cx="367893" cy="30577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87086D29-0DAD-B630-F1A7-E65FE97898C2}"/>
                </a:ext>
              </a:extLst>
            </p:cNvPr>
            <p:cNvSpPr/>
            <p:nvPr/>
          </p:nvSpPr>
          <p:spPr>
            <a:xfrm>
              <a:off x="6633515" y="2491112"/>
              <a:ext cx="4547576" cy="4097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>
                  <a:solidFill>
                    <a:prstClr val="white"/>
                  </a:solidFill>
                  <a:latin typeface="Arial"/>
                </a:rPr>
                <a:t>Programmation de l’assistance technique au pays et soutien</a:t>
              </a:r>
              <a:endParaRPr lang="en-US" sz="1400" b="1">
                <a:solidFill>
                  <a:prstClr val="white"/>
                </a:solidFill>
                <a:latin typeface="Arial"/>
              </a:endParaRP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37427F5C-EE16-1F12-2E33-8FC404FA72F8}"/>
              </a:ext>
            </a:extLst>
          </p:cNvPr>
          <p:cNvSpPr txBox="1"/>
          <p:nvPr/>
        </p:nvSpPr>
        <p:spPr>
          <a:xfrm>
            <a:off x="1378802" y="2478755"/>
            <a:ext cx="454025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1400" b="1">
                <a:solidFill>
                  <a:srgbClr val="343434"/>
                </a:solidFill>
                <a:latin typeface="Arial"/>
              </a:rPr>
              <a:t>Cycle de planification de 3 à 5 ans</a:t>
            </a:r>
            <a:r>
              <a:rPr lang="en-GB" sz="1400" b="1">
                <a:solidFill>
                  <a:srgbClr val="343434"/>
                </a:solidFill>
                <a:latin typeface="Arial"/>
              </a:rPr>
              <a:t>, avec </a:t>
            </a:r>
            <a:r>
              <a:rPr lang="en-GB" sz="1400" b="1" err="1">
                <a:solidFill>
                  <a:srgbClr val="343434"/>
                </a:solidFill>
                <a:latin typeface="Arial"/>
              </a:rPr>
              <a:t>une</a:t>
            </a:r>
            <a:r>
              <a:rPr lang="en-GB" sz="1400" b="1">
                <a:solidFill>
                  <a:srgbClr val="343434"/>
                </a:solidFill>
                <a:latin typeface="Arial"/>
              </a:rPr>
              <a:t> </a:t>
            </a:r>
            <a:r>
              <a:rPr lang="en-GB" sz="1400" b="1" err="1">
                <a:solidFill>
                  <a:srgbClr val="343434"/>
                </a:solidFill>
                <a:latin typeface="Arial"/>
              </a:rPr>
              <a:t>TdC</a:t>
            </a:r>
            <a:endParaRPr lang="en-GB" sz="1400" b="1">
              <a:solidFill>
                <a:srgbClr val="343434"/>
              </a:solidFill>
              <a:latin typeface="Arial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0003D77-C313-1F51-C7EB-A0AB1BAD86C1}"/>
              </a:ext>
            </a:extLst>
          </p:cNvPr>
          <p:cNvSpPr/>
          <p:nvPr/>
        </p:nvSpPr>
        <p:spPr>
          <a:xfrm>
            <a:off x="1239906" y="2421508"/>
            <a:ext cx="4699779" cy="3733392"/>
          </a:xfrm>
          <a:prstGeom prst="rect">
            <a:avLst/>
          </a:prstGeom>
          <a:noFill/>
          <a:ln w="28575">
            <a:solidFill>
              <a:schemeClr val="tx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400">
              <a:solidFill>
                <a:prstClr val="white"/>
              </a:solidFill>
              <a:latin typeface="Arial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ACABE18-9C18-5456-025D-E2CE1493AD22}"/>
              </a:ext>
            </a:extLst>
          </p:cNvPr>
          <p:cNvGrpSpPr/>
          <p:nvPr/>
        </p:nvGrpSpPr>
        <p:grpSpPr>
          <a:xfrm>
            <a:off x="1372254" y="5539283"/>
            <a:ext cx="4546800" cy="409720"/>
            <a:chOff x="6626957" y="2491112"/>
            <a:chExt cx="4554134" cy="409720"/>
          </a:xfrm>
          <a:solidFill>
            <a:srgbClr val="993366"/>
          </a:solidFill>
        </p:grpSpPr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D5471F60-D75F-0797-6348-6091280CD147}"/>
                </a:ext>
              </a:extLst>
            </p:cNvPr>
            <p:cNvSpPr/>
            <p:nvPr/>
          </p:nvSpPr>
          <p:spPr>
            <a:xfrm>
              <a:off x="6626957" y="2491112"/>
              <a:ext cx="4547576" cy="4097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38" name="Triangle 279">
              <a:extLst>
                <a:ext uri="{FF2B5EF4-FFF2-40B4-BE49-F238E27FC236}">
                  <a16:creationId xmlns:a16="http://schemas.microsoft.com/office/drawing/2014/main" id="{286E07C9-1D6E-D86B-74DF-0BD2036C0545}"/>
                </a:ext>
              </a:extLst>
            </p:cNvPr>
            <p:cNvSpPr/>
            <p:nvPr/>
          </p:nvSpPr>
          <p:spPr>
            <a:xfrm>
              <a:off x="6887314" y="2538001"/>
              <a:ext cx="367893" cy="30577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FB017526-CA1C-9584-BB72-D5EF2E878044}"/>
                </a:ext>
              </a:extLst>
            </p:cNvPr>
            <p:cNvSpPr/>
            <p:nvPr/>
          </p:nvSpPr>
          <p:spPr>
            <a:xfrm>
              <a:off x="6633515" y="2491112"/>
              <a:ext cx="4547576" cy="4097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err="1">
                  <a:solidFill>
                    <a:prstClr val="white"/>
                  </a:solidFill>
                  <a:latin typeface="Arial"/>
                </a:rPr>
                <a:t>Autre</a:t>
              </a:r>
              <a:r>
                <a:rPr lang="en-US" sz="1400" b="1">
                  <a:solidFill>
                    <a:prstClr val="white"/>
                  </a:solidFill>
                  <a:latin typeface="Arial"/>
                </a:rPr>
                <a:t> </a:t>
              </a:r>
              <a:r>
                <a:rPr lang="en-US" sz="1400" b="1" err="1">
                  <a:solidFill>
                    <a:prstClr val="white"/>
                  </a:solidFill>
                  <a:latin typeface="Arial"/>
                </a:rPr>
                <a:t>soutien</a:t>
              </a:r>
              <a:r>
                <a:rPr lang="en-US" sz="1400" b="1">
                  <a:solidFill>
                    <a:prstClr val="white"/>
                  </a:solidFill>
                  <a:latin typeface="Arial"/>
                </a:rPr>
                <a:t> de Gavi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BA86864B-4A8C-5AAF-C6AF-7A6E5BCEE6F3}"/>
              </a:ext>
            </a:extLst>
          </p:cNvPr>
          <p:cNvGrpSpPr/>
          <p:nvPr/>
        </p:nvGrpSpPr>
        <p:grpSpPr>
          <a:xfrm>
            <a:off x="5973214" y="5534684"/>
            <a:ext cx="4546800" cy="409720"/>
            <a:chOff x="6626957" y="2491112"/>
            <a:chExt cx="4554134" cy="409720"/>
          </a:xfrm>
          <a:solidFill>
            <a:srgbClr val="993366"/>
          </a:solidFill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BEC723B-7917-060F-C048-E67E42E81CFF}"/>
                </a:ext>
              </a:extLst>
            </p:cNvPr>
            <p:cNvSpPr/>
            <p:nvPr/>
          </p:nvSpPr>
          <p:spPr>
            <a:xfrm>
              <a:off x="6626957" y="2491112"/>
              <a:ext cx="4547576" cy="4097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42" name="Triangle 279">
              <a:extLst>
                <a:ext uri="{FF2B5EF4-FFF2-40B4-BE49-F238E27FC236}">
                  <a16:creationId xmlns:a16="http://schemas.microsoft.com/office/drawing/2014/main" id="{9FF5F986-E0E0-C22C-FF6D-2F7FE10D9622}"/>
                </a:ext>
              </a:extLst>
            </p:cNvPr>
            <p:cNvSpPr/>
            <p:nvPr/>
          </p:nvSpPr>
          <p:spPr>
            <a:xfrm>
              <a:off x="6887314" y="2538001"/>
              <a:ext cx="367893" cy="30577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1AC6F4CE-CD49-C895-7360-19FA814672F7}"/>
                </a:ext>
              </a:extLst>
            </p:cNvPr>
            <p:cNvSpPr/>
            <p:nvPr/>
          </p:nvSpPr>
          <p:spPr>
            <a:xfrm>
              <a:off x="6633515" y="2491112"/>
              <a:ext cx="4547576" cy="4097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err="1">
                  <a:solidFill>
                    <a:prstClr val="white"/>
                  </a:solidFill>
                  <a:latin typeface="Arial"/>
                </a:rPr>
                <a:t>Autre</a:t>
              </a:r>
              <a:r>
                <a:rPr lang="en-US" sz="1400" b="1">
                  <a:solidFill>
                    <a:prstClr val="white"/>
                  </a:solidFill>
                  <a:latin typeface="Arial"/>
                </a:rPr>
                <a:t> </a:t>
              </a:r>
              <a:r>
                <a:rPr lang="en-US" sz="1400" b="1" err="1">
                  <a:solidFill>
                    <a:prstClr val="white"/>
                  </a:solidFill>
                  <a:latin typeface="Arial"/>
                </a:rPr>
                <a:t>soutien</a:t>
              </a:r>
              <a:r>
                <a:rPr lang="en-US" sz="1400" b="1">
                  <a:solidFill>
                    <a:prstClr val="white"/>
                  </a:solidFill>
                  <a:latin typeface="Arial"/>
                </a:rPr>
                <a:t> de Gavi</a:t>
              </a: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9449425F-D097-08AC-9CCC-66BD72A27345}"/>
              </a:ext>
            </a:extLst>
          </p:cNvPr>
          <p:cNvSpPr txBox="1"/>
          <p:nvPr/>
        </p:nvSpPr>
        <p:spPr>
          <a:xfrm>
            <a:off x="1116094" y="1027480"/>
            <a:ext cx="4699779" cy="14003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7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Les pays sont encouragés à planifier </a:t>
            </a:r>
            <a:r>
              <a:rPr lang="fr-FR" sz="1700" b="1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une demande intégrée</a:t>
            </a:r>
            <a:r>
              <a:rPr lang="fr-FR" sz="1700">
                <a:solidFill>
                  <a:schemeClr val="tx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pour tous les types de soutien dont ils pourraient avoir besoin au cours de la période de subvention de 3 à 5 ans.</a:t>
            </a:r>
            <a:endParaRPr lang="en-US" sz="1700">
              <a:solidFill>
                <a:schemeClr val="tx2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C409EB8-CDEA-DDE9-B06E-9B9A61B68EBF}"/>
              </a:ext>
            </a:extLst>
          </p:cNvPr>
          <p:cNvSpPr txBox="1"/>
          <p:nvPr/>
        </p:nvSpPr>
        <p:spPr>
          <a:xfrm>
            <a:off x="6141966" y="1016126"/>
            <a:ext cx="5534097" cy="11546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l" defTabSz="914377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>
                <a:srgbClr val="00A1DF"/>
              </a:buClr>
              <a:buSzTx/>
              <a:tabLst/>
              <a:defRPr/>
            </a:pPr>
            <a:r>
              <a:rPr kumimoji="0" lang="fr-FR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Toutefois, si la capacité est limitée ou si des besoins imprévus apparaissent plus tard, les pays peuvent soumettre des demandes indépendantes pour des types de soutien individuel ultérieur dans le cycle de subvention.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21BA89C-A451-74BC-0981-F805AD4C858D}"/>
              </a:ext>
            </a:extLst>
          </p:cNvPr>
          <p:cNvSpPr txBox="1"/>
          <p:nvPr/>
        </p:nvSpPr>
        <p:spPr>
          <a:xfrm>
            <a:off x="1239906" y="6247631"/>
            <a:ext cx="45217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1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Une demande couvrant plusieurs types de soutien et plusieurs années et un examen du CEI</a:t>
            </a:r>
            <a:endParaRPr lang="en-US" sz="1400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211722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>
            <a:extLst>
              <a:ext uri="{FF2B5EF4-FFF2-40B4-BE49-F238E27FC236}">
                <a16:creationId xmlns:a16="http://schemas.microsoft.com/office/drawing/2014/main" id="{89EDB54B-6262-75C4-D301-7F28EA73D91D}"/>
              </a:ext>
            </a:extLst>
          </p:cNvPr>
          <p:cNvSpPr/>
          <p:nvPr/>
        </p:nvSpPr>
        <p:spPr>
          <a:xfrm>
            <a:off x="360597" y="5470029"/>
            <a:ext cx="4800600" cy="13421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Title 1">
            <a:extLst>
              <a:ext uri="{FF2B5EF4-FFF2-40B4-BE49-F238E27FC236}">
                <a16:creationId xmlns:a16="http://schemas.microsoft.com/office/drawing/2014/main" id="{40DDF912-C3AE-6A92-121E-4C1939AF0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2782" y="370592"/>
            <a:ext cx="10662376" cy="1246585"/>
          </a:xfrm>
        </p:spPr>
        <p:txBody>
          <a:bodyPr vert="horz">
            <a:normAutofit fontScale="90000"/>
          </a:bodyPr>
          <a:lstStyle/>
          <a:p>
            <a:r>
              <a:rPr lang="fr-FR" sz="3200"/>
              <a:t>Le processus de demande s’articule autour des objectifs de la stratégie 5.0 à travers 4 résultats qui forment la base du kit de soumission​</a:t>
            </a:r>
            <a:endParaRPr lang="en-GB" sz="32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DE4245D-9CB7-6844-5295-2F36158D7C4A}"/>
              </a:ext>
            </a:extLst>
          </p:cNvPr>
          <p:cNvSpPr/>
          <p:nvPr/>
        </p:nvSpPr>
        <p:spPr>
          <a:xfrm>
            <a:off x="4710221" y="3022872"/>
            <a:ext cx="6806864" cy="720000"/>
          </a:xfrm>
          <a:prstGeom prst="rect">
            <a:avLst/>
          </a:prstGeom>
          <a:solidFill>
            <a:srgbClr val="002E5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r>
              <a:rPr lang="fr-FR" b="1"/>
              <a:t>Introduire et aller à échelle</a:t>
            </a:r>
            <a:endParaRPr lang="en-GB" b="1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12E3213-AE64-5519-2A10-8072BD66C044}"/>
              </a:ext>
            </a:extLst>
          </p:cNvPr>
          <p:cNvSpPr/>
          <p:nvPr/>
        </p:nvSpPr>
        <p:spPr>
          <a:xfrm>
            <a:off x="4710221" y="3943127"/>
            <a:ext cx="6752419" cy="720000"/>
          </a:xfrm>
          <a:prstGeom prst="rect">
            <a:avLst/>
          </a:prstGeom>
          <a:solidFill>
            <a:srgbClr val="002E5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r>
              <a:rPr lang="fr-FR" b="1"/>
              <a:t>Étendre et Atteindre</a:t>
            </a:r>
            <a:endParaRPr lang="en-GB" b="1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95EB9D6-4ADB-086A-9DE2-995800B27750}"/>
              </a:ext>
            </a:extLst>
          </p:cNvPr>
          <p:cNvSpPr/>
          <p:nvPr/>
        </p:nvSpPr>
        <p:spPr>
          <a:xfrm>
            <a:off x="4710221" y="4863382"/>
            <a:ext cx="6752419" cy="720000"/>
          </a:xfrm>
          <a:prstGeom prst="rect">
            <a:avLst/>
          </a:prstGeom>
          <a:solidFill>
            <a:srgbClr val="002E5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r>
              <a:rPr lang="fr-FR" b="1"/>
              <a:t>Gérer, suivre et tirer </a:t>
            </a:r>
          </a:p>
          <a:p>
            <a:r>
              <a:rPr lang="fr-FR" b="1"/>
              <a:t>les enseignements</a:t>
            </a:r>
            <a:endParaRPr lang="en-GB" b="1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D1A7A20-3478-55E3-37EE-13079E474AF6}"/>
              </a:ext>
            </a:extLst>
          </p:cNvPr>
          <p:cNvSpPr/>
          <p:nvPr/>
        </p:nvSpPr>
        <p:spPr>
          <a:xfrm>
            <a:off x="9546771" y="5710632"/>
            <a:ext cx="2648819" cy="113006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/>
              <a:t>v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8B6D9C7-25EA-25B1-593B-B928502DE989}"/>
              </a:ext>
            </a:extLst>
          </p:cNvPr>
          <p:cNvSpPr/>
          <p:nvPr/>
        </p:nvSpPr>
        <p:spPr>
          <a:xfrm>
            <a:off x="4710221" y="5783636"/>
            <a:ext cx="6752419" cy="720000"/>
          </a:xfrm>
          <a:prstGeom prst="rect">
            <a:avLst/>
          </a:prstGeom>
          <a:solidFill>
            <a:srgbClr val="002E5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r>
              <a:rPr lang="en-GB" b="1"/>
              <a:t>Engager et </a:t>
            </a:r>
            <a:r>
              <a:rPr lang="en-GB" b="1" err="1"/>
              <a:t>pérenniser</a:t>
            </a:r>
            <a:endParaRPr lang="en-GB" b="1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02557A3-BD19-7498-1458-DA11BDBD9E3F}"/>
              </a:ext>
            </a:extLst>
          </p:cNvPr>
          <p:cNvSpPr txBox="1"/>
          <p:nvPr/>
        </p:nvSpPr>
        <p:spPr>
          <a:xfrm>
            <a:off x="1200802" y="3265818"/>
            <a:ext cx="2814366" cy="73866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en-US" sz="1400" b="1">
                <a:solidFill>
                  <a:srgbClr val="002E5D"/>
                </a:solidFill>
                <a:cs typeface="Aharoni" panose="02010803020104030203" pitchFamily="2" charset="-79"/>
              </a:rPr>
              <a:t>INTRODUIRE LES VACCINS ET PROMOUVOIR LEUR UTILISATION À GRANDE ÉCHELLE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458AEC1-E0AB-CE2F-C454-F947C4E95724}"/>
              </a:ext>
            </a:extLst>
          </p:cNvPr>
          <p:cNvSpPr txBox="1"/>
          <p:nvPr/>
        </p:nvSpPr>
        <p:spPr>
          <a:xfrm>
            <a:off x="1226906" y="4311137"/>
            <a:ext cx="281436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>
                <a:solidFill>
                  <a:srgbClr val="002E5D"/>
                </a:solidFill>
                <a:cs typeface="Aharoni" panose="02010803020104030203" pitchFamily="2" charset="-79"/>
              </a:rPr>
              <a:t>RENFORCER LES SYSTÈMES DE SANTÉ POUR ACCROÎTRE L’ÉQUITÉ EN MATIÈRE DE VACCINATION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B98021E-C3AD-8DB1-DCB0-161EE8B4871D}"/>
              </a:ext>
            </a:extLst>
          </p:cNvPr>
          <p:cNvSpPr txBox="1"/>
          <p:nvPr/>
        </p:nvSpPr>
        <p:spPr>
          <a:xfrm>
            <a:off x="1177038" y="5338883"/>
            <a:ext cx="289719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>
                <a:solidFill>
                  <a:srgbClr val="002E5D"/>
                </a:solidFill>
                <a:cs typeface="Aharoni" panose="02010803020104030203" pitchFamily="2" charset="-79"/>
              </a:rPr>
              <a:t>AIDER A PÉRENNISER LES PROGRAMMES DE VACCINATION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BFE382D-CA7C-154B-B97F-20B46C7D7C52}"/>
              </a:ext>
            </a:extLst>
          </p:cNvPr>
          <p:cNvSpPr/>
          <p:nvPr/>
        </p:nvSpPr>
        <p:spPr>
          <a:xfrm rot="5400000">
            <a:off x="6532458" y="4417303"/>
            <a:ext cx="3938128" cy="64937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err="1"/>
              <a:t>Théorie</a:t>
            </a:r>
            <a:r>
              <a:rPr lang="en-US" sz="2000"/>
              <a:t> du </a:t>
            </a:r>
            <a:r>
              <a:rPr lang="en-US" sz="2000" err="1"/>
              <a:t>Changement</a:t>
            </a:r>
            <a:endParaRPr lang="en-US" sz="20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349F35D-4CE4-8F4A-98DD-6A8EBACB5AC1}"/>
              </a:ext>
            </a:extLst>
          </p:cNvPr>
          <p:cNvSpPr/>
          <p:nvPr/>
        </p:nvSpPr>
        <p:spPr>
          <a:xfrm rot="5400000">
            <a:off x="7504727" y="4417303"/>
            <a:ext cx="3938128" cy="64937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/>
              <a:t>Plan de travail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71B4138-9ACD-ECF7-9DA0-C9BA8E4CB4C6}"/>
              </a:ext>
            </a:extLst>
          </p:cNvPr>
          <p:cNvSpPr/>
          <p:nvPr/>
        </p:nvSpPr>
        <p:spPr>
          <a:xfrm rot="5400000">
            <a:off x="9384778" y="4410595"/>
            <a:ext cx="3938128" cy="64937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fr-FR" sz="1400"/>
              <a:t>Indicateurs clés de performance  liés à la subvention et Activités d’apprentissage &amp; évaluation</a:t>
            </a:r>
            <a:endParaRPr lang="en-US" sz="14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EDAA41D0-DF68-B9F6-F54C-C0EBBA31E400}"/>
              </a:ext>
            </a:extLst>
          </p:cNvPr>
          <p:cNvSpPr/>
          <p:nvPr/>
        </p:nvSpPr>
        <p:spPr>
          <a:xfrm rot="5400000">
            <a:off x="8426480" y="4417303"/>
            <a:ext cx="3938128" cy="64937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/>
              <a:t>Budget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E0E6143-5923-E903-BF4A-51D94F05FAE0}"/>
              </a:ext>
            </a:extLst>
          </p:cNvPr>
          <p:cNvSpPr txBox="1"/>
          <p:nvPr/>
        </p:nvSpPr>
        <p:spPr>
          <a:xfrm>
            <a:off x="659452" y="4319820"/>
            <a:ext cx="51758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>
                <a:solidFill>
                  <a:srgbClr val="002E5D"/>
                </a:solidFill>
                <a:cs typeface="Aharoni" panose="02010803020104030203" pitchFamily="2" charset="-79"/>
              </a:rPr>
              <a:t>2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C5E1E60-1530-C302-6A8E-3012969B6B79}"/>
              </a:ext>
            </a:extLst>
          </p:cNvPr>
          <p:cNvSpPr txBox="1"/>
          <p:nvPr/>
        </p:nvSpPr>
        <p:spPr>
          <a:xfrm>
            <a:off x="633347" y="3297697"/>
            <a:ext cx="51758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>
                <a:solidFill>
                  <a:srgbClr val="002E5D"/>
                </a:solidFill>
                <a:cs typeface="Aharoni" panose="02010803020104030203" pitchFamily="2" charset="-79"/>
              </a:rPr>
              <a:t>1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20355C7-8AE7-F652-4D1A-426D1E5BD8C9}"/>
              </a:ext>
            </a:extLst>
          </p:cNvPr>
          <p:cNvSpPr txBox="1"/>
          <p:nvPr/>
        </p:nvSpPr>
        <p:spPr>
          <a:xfrm>
            <a:off x="683217" y="5213394"/>
            <a:ext cx="51758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>
                <a:solidFill>
                  <a:srgbClr val="002E5D"/>
                </a:solidFill>
                <a:cs typeface="Aharoni" panose="02010803020104030203" pitchFamily="2" charset="-79"/>
              </a:rPr>
              <a:t>3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B1F9A4D-30E8-BB21-BB9B-37468401F866}"/>
              </a:ext>
            </a:extLst>
          </p:cNvPr>
          <p:cNvSpPr txBox="1"/>
          <p:nvPr/>
        </p:nvSpPr>
        <p:spPr>
          <a:xfrm>
            <a:off x="4727213" y="2091529"/>
            <a:ext cx="273757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err="1"/>
              <a:t>Résultats</a:t>
            </a:r>
            <a:r>
              <a:rPr lang="en-GB" b="1"/>
              <a:t> </a:t>
            </a:r>
            <a:r>
              <a:rPr lang="en-GB" b="1" err="1"/>
              <a:t>stratégiques</a:t>
            </a:r>
            <a:endParaRPr lang="en-GB" b="1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D12658A-EC7A-217C-3F21-1CE30BC5A2F0}"/>
              </a:ext>
            </a:extLst>
          </p:cNvPr>
          <p:cNvSpPr txBox="1"/>
          <p:nvPr/>
        </p:nvSpPr>
        <p:spPr>
          <a:xfrm>
            <a:off x="8047074" y="1915093"/>
            <a:ext cx="4047562" cy="80021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GB" b="1"/>
              <a:t>Un kit de </a:t>
            </a:r>
            <a:r>
              <a:rPr lang="en-GB" b="1" err="1"/>
              <a:t>soumission</a:t>
            </a:r>
            <a:r>
              <a:rPr lang="en-GB" b="1"/>
              <a:t> </a:t>
            </a:r>
            <a:r>
              <a:rPr lang="en-GB" b="1" err="1"/>
              <a:t>intégré</a:t>
            </a:r>
            <a:endParaRPr lang="en-GB" b="1">
              <a:cs typeface="Arial"/>
            </a:endParaRPr>
          </a:p>
          <a:p>
            <a:r>
              <a:rPr lang="en-GB" sz="1400" b="1">
                <a:solidFill>
                  <a:schemeClr val="bg2"/>
                </a:solidFill>
              </a:rPr>
              <a:t>Tout le </a:t>
            </a:r>
            <a:r>
              <a:rPr lang="en-GB" sz="1400" b="1" err="1">
                <a:solidFill>
                  <a:schemeClr val="bg2"/>
                </a:solidFill>
              </a:rPr>
              <a:t>soutien</a:t>
            </a:r>
            <a:r>
              <a:rPr lang="en-GB" sz="1400" b="1">
                <a:solidFill>
                  <a:schemeClr val="bg2"/>
                </a:solidFill>
              </a:rPr>
              <a:t> de Gavi : RSS, CCEOP, </a:t>
            </a:r>
            <a:r>
              <a:rPr lang="en-GB" sz="1400" b="1">
                <a:solidFill>
                  <a:schemeClr val="tx1">
                    <a:lumMod val="60000"/>
                    <a:lumOff val="40000"/>
                  </a:schemeClr>
                </a:solidFill>
              </a:rPr>
              <a:t>TCA</a:t>
            </a:r>
            <a:r>
              <a:rPr lang="en-GB" sz="1400" b="1">
                <a:solidFill>
                  <a:schemeClr val="bg2"/>
                </a:solidFill>
              </a:rPr>
              <a:t>, </a:t>
            </a:r>
            <a:r>
              <a:rPr lang="fr-FR" sz="1400" b="1">
                <a:solidFill>
                  <a:schemeClr val="bg2"/>
                </a:solidFill>
              </a:rPr>
              <a:t>soutien aux vaccins nouveaux</a:t>
            </a:r>
            <a:endParaRPr lang="en-GB" sz="1400" b="1">
              <a:solidFill>
                <a:schemeClr val="bg2"/>
              </a:solidFill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D261572-9790-2816-55AA-D7681901E59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5829" y="1783067"/>
            <a:ext cx="1962418" cy="134212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FDB16AA4-60B0-6A03-C8B0-349ACB4E1AB3}"/>
              </a:ext>
            </a:extLst>
          </p:cNvPr>
          <p:cNvSpPr txBox="1"/>
          <p:nvPr/>
        </p:nvSpPr>
        <p:spPr>
          <a:xfrm>
            <a:off x="910548" y="2084797"/>
            <a:ext cx="3096105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GB" b="1"/>
              <a:t>5.0 </a:t>
            </a:r>
            <a:r>
              <a:rPr lang="en-GB" b="1" err="1"/>
              <a:t>Objectifs</a:t>
            </a:r>
            <a:r>
              <a:rPr lang="en-GB" b="1"/>
              <a:t> </a:t>
            </a:r>
            <a:r>
              <a:rPr lang="en-GB" b="1" err="1"/>
              <a:t>stragégiques</a:t>
            </a:r>
            <a:endParaRPr lang="en-GB" b="1"/>
          </a:p>
        </p:txBody>
      </p:sp>
    </p:spTree>
    <p:extLst>
      <p:ext uri="{BB962C8B-B14F-4D97-AF65-F5344CB8AC3E}">
        <p14:creationId xmlns:p14="http://schemas.microsoft.com/office/powerpoint/2010/main" val="2494860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ED0AED36-93DA-0F8F-ADDC-0C92E1ED80DF}"/>
              </a:ext>
            </a:extLst>
          </p:cNvPr>
          <p:cNvSpPr/>
          <p:nvPr/>
        </p:nvSpPr>
        <p:spPr>
          <a:xfrm>
            <a:off x="273049" y="5334000"/>
            <a:ext cx="1708151" cy="1447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Slide Number Placeholder 3" hidden="1">
            <a:extLst>
              <a:ext uri="{FF2B5EF4-FFF2-40B4-BE49-F238E27FC236}">
                <a16:creationId xmlns:a16="http://schemas.microsoft.com/office/drawing/2014/main" id="{EBEF7E40-30D6-7F6A-D61C-BF42FB7A4C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spcAft>
                <a:spcPts val="600"/>
              </a:spcAft>
            </a:pPr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>
                <a:spcAft>
                  <a:spcPts val="600"/>
                </a:spcAft>
              </a:pPr>
              <a:t>4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Slide Number Placeholder 3">
            <a:extLst>
              <a:ext uri="{FF2B5EF4-FFF2-40B4-BE49-F238E27FC236}">
                <a16:creationId xmlns:a16="http://schemas.microsoft.com/office/drawing/2014/main" id="{297C2FC7-14AC-B320-149C-41532C9B4F97}"/>
              </a:ext>
            </a:extLst>
          </p:cNvPr>
          <p:cNvSpPr txBox="1">
            <a:spLocks/>
          </p:cNvSpPr>
          <p:nvPr/>
        </p:nvSpPr>
        <p:spPr>
          <a:xfrm>
            <a:off x="515937" y="6340474"/>
            <a:ext cx="261630" cy="136526"/>
          </a:xfrm>
          <a:prstGeom prst="rect">
            <a:avLst/>
          </a:prstGeom>
        </p:spPr>
        <p:txBody>
          <a:bodyPr vert="horz" lIns="0" tIns="0" rIns="0" bIns="0" rtlCol="0" anchor="b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B746B08-255A-2748-8A21-40BE94A17FD1}" type="slidenum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000000">
                  <a:lumMod val="50000"/>
                  <a:lumOff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A4D59FAD-1C45-15AF-D14A-BF6337CAE9A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" y="381000"/>
            <a:ext cx="11742087" cy="59381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255881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8A3E4DFF-BB1A-AA82-665B-913928D0AA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7020" y="372273"/>
            <a:ext cx="9801856" cy="420370"/>
          </a:xfrm>
        </p:spPr>
        <p:txBody>
          <a:bodyPr>
            <a:noAutofit/>
          </a:bodyPr>
          <a:lstStyle/>
          <a:p>
            <a:pPr algn="ctr"/>
            <a:r>
              <a:rPr lang="fr-FR" sz="1800"/>
              <a:t>Statut du FPP pour les pays d'Afrique centrale</a:t>
            </a:r>
            <a:endParaRPr lang="en-US" sz="180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C10ADCD-C73A-DD4E-E229-592B8FB07D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5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6E92497-CFDF-78DA-0996-F271D9A113E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38AF84B-0C78-49B7-64A6-2407050C209A}"/>
              </a:ext>
            </a:extLst>
          </p:cNvPr>
          <p:cNvGraphicFramePr>
            <a:graphicFrameLocks noGrp="1"/>
          </p:cNvGraphicFramePr>
          <p:nvPr/>
        </p:nvGraphicFramePr>
        <p:xfrm>
          <a:off x="777567" y="1246480"/>
          <a:ext cx="5318433" cy="25998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9403">
                  <a:extLst>
                    <a:ext uri="{9D8B030D-6E8A-4147-A177-3AD203B41FA5}">
                      <a16:colId xmlns:a16="http://schemas.microsoft.com/office/drawing/2014/main" val="583975916"/>
                    </a:ext>
                  </a:extLst>
                </a:gridCol>
                <a:gridCol w="1843445">
                  <a:extLst>
                    <a:ext uri="{9D8B030D-6E8A-4147-A177-3AD203B41FA5}">
                      <a16:colId xmlns:a16="http://schemas.microsoft.com/office/drawing/2014/main" val="3726194163"/>
                    </a:ext>
                  </a:extLst>
                </a:gridCol>
                <a:gridCol w="1895585">
                  <a:extLst>
                    <a:ext uri="{9D8B030D-6E8A-4147-A177-3AD203B41FA5}">
                      <a16:colId xmlns:a16="http://schemas.microsoft.com/office/drawing/2014/main" val="2291240172"/>
                    </a:ext>
                  </a:extLst>
                </a:gridCol>
              </a:tblGrid>
              <a:tr h="997753">
                <a:tc>
                  <a:txBody>
                    <a:bodyPr/>
                    <a:lstStyle/>
                    <a:p>
                      <a:r>
                        <a:rPr lang="en-US"/>
                        <a:t>Pays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/>
                        <a:t>Date de </a:t>
                      </a:r>
                      <a:r>
                        <a:rPr lang="en-US" err="1"/>
                        <a:t>soumission</a:t>
                      </a:r>
                      <a:r>
                        <a:rPr lang="en-US"/>
                        <a:t> de la </a:t>
                      </a:r>
                      <a:r>
                        <a:rPr lang="en-US" err="1"/>
                        <a:t>demande</a:t>
                      </a:r>
                      <a:r>
                        <a:rPr lang="en-US"/>
                        <a:t>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/>
                        <a:t>Date du rapport du CEI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5172444"/>
                  </a:ext>
                </a:extLst>
              </a:tr>
              <a:tr h="391075">
                <a:tc>
                  <a:txBody>
                    <a:bodyPr/>
                    <a:lstStyle/>
                    <a:p>
                      <a:r>
                        <a:rPr lang="en-US" sz="10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Burundi*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0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Times New Roman" panose="02020603050405020304" pitchFamily="18" charset="0"/>
                        </a:rPr>
                        <a:t>Avril 2023</a:t>
                      </a:r>
                    </a:p>
                  </a:txBody>
                  <a:tcPr marL="68580" marR="68580" marT="9525" marB="9525" anchor="ctr"/>
                </a:tc>
                <a:tc>
                  <a:txBody>
                    <a:bodyPr/>
                    <a:lstStyle/>
                    <a:p>
                      <a:pPr marL="0" marR="0" algn="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19-sept-23</a:t>
                      </a:r>
                      <a:endParaRPr lang="en-US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9525" marB="9525" anchor="ctr"/>
                </a:tc>
                <a:extLst>
                  <a:ext uri="{0D108BD9-81ED-4DB2-BD59-A6C34878D82A}">
                    <a16:rowId xmlns:a16="http://schemas.microsoft.com/office/drawing/2014/main" val="4185605045"/>
                  </a:ext>
                </a:extLst>
              </a:tr>
              <a:tr h="437331">
                <a:tc>
                  <a:txBody>
                    <a:bodyPr/>
                    <a:lstStyle/>
                    <a:p>
                      <a:r>
                        <a:rPr lang="en-US" sz="10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Cameroun*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0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Times New Roman" panose="02020603050405020304" pitchFamily="18" charset="0"/>
                        </a:rPr>
                        <a:t>Mai 2023</a:t>
                      </a:r>
                    </a:p>
                  </a:txBody>
                  <a:tcPr marL="68580" marR="68580" marT="9525" marB="9525" anchor="ctr"/>
                </a:tc>
                <a:tc>
                  <a:txBody>
                    <a:bodyPr/>
                    <a:lstStyle/>
                    <a:p>
                      <a:pPr marL="0" marR="0" algn="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7-juillet-23</a:t>
                      </a:r>
                      <a:endParaRPr lang="en-US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9525" marB="9525" anchor="ctr"/>
                </a:tc>
                <a:extLst>
                  <a:ext uri="{0D108BD9-81ED-4DB2-BD59-A6C34878D82A}">
                    <a16:rowId xmlns:a16="http://schemas.microsoft.com/office/drawing/2014/main" val="2343321358"/>
                  </a:ext>
                </a:extLst>
              </a:tr>
              <a:tr h="7737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République</a:t>
                      </a:r>
                      <a:r>
                        <a:rPr lang="en-US" sz="10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00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centrafricaine</a:t>
                      </a:r>
                      <a:endParaRPr lang="en-US" sz="10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Times New Roman" panose="02020603050405020304" pitchFamily="18" charset="0"/>
                        </a:rPr>
                        <a:t>Août</a:t>
                      </a:r>
                      <a:r>
                        <a:rPr lang="en-US" sz="1100" kern="100">
                          <a:effectLst/>
                          <a:latin typeface="Aptos" panose="020B0004020202020204" pitchFamily="34" charset="0"/>
                          <a:ea typeface="Aptos" panose="020B0004020202020204" pitchFamily="34" charset="0"/>
                          <a:cs typeface="Times New Roman" panose="02020603050405020304" pitchFamily="18" charset="0"/>
                        </a:rPr>
                        <a:t> 2023</a:t>
                      </a:r>
                    </a:p>
                  </a:txBody>
                  <a:tcPr marL="68580" marR="68580" marT="9525" marB="9525" anchor="ctr"/>
                </a:tc>
                <a:tc>
                  <a:txBody>
                    <a:bodyPr/>
                    <a:lstStyle/>
                    <a:p>
                      <a:pPr marL="0" marR="0" algn="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19-sept-23</a:t>
                      </a:r>
                      <a:endParaRPr lang="en-US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9525" marB="9525" anchor="ctr"/>
                </a:tc>
                <a:extLst>
                  <a:ext uri="{0D108BD9-81ED-4DB2-BD59-A6C34878D82A}">
                    <a16:rowId xmlns:a16="http://schemas.microsoft.com/office/drawing/2014/main" val="1622646638"/>
                  </a:ext>
                </a:extLst>
              </a:tr>
            </a:tbl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AC8D325D-69AF-1E45-B158-F9698B1254DF}"/>
              </a:ext>
            </a:extLst>
          </p:cNvPr>
          <p:cNvSpPr/>
          <p:nvPr/>
        </p:nvSpPr>
        <p:spPr>
          <a:xfrm>
            <a:off x="375920" y="4486562"/>
            <a:ext cx="5019040" cy="2895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97CE8C5-8847-870F-54E5-9D81A4D4AEFB}"/>
              </a:ext>
            </a:extLst>
          </p:cNvPr>
          <p:cNvSpPr txBox="1"/>
          <p:nvPr/>
        </p:nvSpPr>
        <p:spPr>
          <a:xfrm>
            <a:off x="515937" y="5781781"/>
            <a:ext cx="5310091" cy="43088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sz="1100" dirty="0"/>
              <a:t>*</a:t>
            </a:r>
            <a:r>
              <a:rPr lang="fr-FR" sz="1100" dirty="0"/>
              <a:t>Toutes les subventions n'ont pas été approuvées à ce moment-là, mais elles l'ont été par la suite</a:t>
            </a:r>
            <a:endParaRPr lang="en-US" sz="11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B854073-33BB-16EB-77F6-2B1EEF00FA02}"/>
              </a:ext>
            </a:extLst>
          </p:cNvPr>
          <p:cNvSpPr/>
          <p:nvPr/>
        </p:nvSpPr>
        <p:spPr>
          <a:xfrm>
            <a:off x="6678592" y="2546429"/>
            <a:ext cx="5137488" cy="2720051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fr-FR" b="1">
                <a:solidFill>
                  <a:schemeClr val="tx2">
                    <a:lumMod val="50000"/>
                  </a:schemeClr>
                </a:solidFill>
              </a:rPr>
              <a:t>Les pays suivants peuvent bénéficier des enseignements tirés du FPP:</a:t>
            </a:r>
            <a:endParaRPr lang="en-US" b="1">
              <a:solidFill>
                <a:schemeClr val="tx2">
                  <a:lumMod val="50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>
                <a:solidFill>
                  <a:schemeClr val="tx2">
                    <a:lumMod val="50000"/>
                  </a:schemeClr>
                </a:solidFill>
              </a:rPr>
              <a:t>Congo - </a:t>
            </a:r>
            <a:r>
              <a:rPr lang="fr-FR">
                <a:solidFill>
                  <a:schemeClr val="tx2">
                    <a:lumMod val="50000"/>
                  </a:schemeClr>
                </a:solidFill>
              </a:rPr>
              <a:t>a prévu une soumission pour Q1 2026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>
                <a:solidFill>
                  <a:schemeClr val="tx2">
                    <a:lumMod val="50000"/>
                  </a:schemeClr>
                </a:solidFill>
              </a:rPr>
              <a:t>RDC - a prévu une soumission pour fin sept. 2024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>
                <a:solidFill>
                  <a:schemeClr val="tx2">
                    <a:lumMod val="50000"/>
                  </a:schemeClr>
                </a:solidFill>
              </a:rPr>
              <a:t>Tchad – a prévu une soumission pour Q4 2024 </a:t>
            </a:r>
          </a:p>
        </p:txBody>
      </p:sp>
    </p:spTree>
    <p:extLst>
      <p:ext uri="{BB962C8B-B14F-4D97-AF65-F5344CB8AC3E}">
        <p14:creationId xmlns:p14="http://schemas.microsoft.com/office/powerpoint/2010/main" val="649220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6950BFC3-D8DA-4A85-94F7-54DA5524770B}">
      <p188:commentRel xmlns:p188="http://schemas.microsoft.com/office/powerpoint/2018/8/main" r:id="rId3"/>
    </p:ext>
  </p:extLs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96E2946-E6CF-02E9-B9D3-D6D6D454E1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6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" name="Google Shape;344;p24">
            <a:extLst>
              <a:ext uri="{FF2B5EF4-FFF2-40B4-BE49-F238E27FC236}">
                <a16:creationId xmlns:a16="http://schemas.microsoft.com/office/drawing/2014/main" id="{81D50DBA-182C-686A-5CCB-6640DB34C03A}"/>
              </a:ext>
            </a:extLst>
          </p:cNvPr>
          <p:cNvSpPr txBox="1"/>
          <p:nvPr/>
        </p:nvSpPr>
        <p:spPr>
          <a:xfrm>
            <a:off x="1588532" y="1214367"/>
            <a:ext cx="9123591" cy="55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r>
              <a:rPr lang="fr-FR" b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Leadership fort du ministère de la santé et engagement de tout l’ écosystème national (PEV, OSC, etc.)</a:t>
            </a:r>
            <a:endParaRPr b="1">
              <a:solidFill>
                <a:srgbClr val="50505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" name="Google Shape;345;p24">
            <a:extLst>
              <a:ext uri="{FF2B5EF4-FFF2-40B4-BE49-F238E27FC236}">
                <a16:creationId xmlns:a16="http://schemas.microsoft.com/office/drawing/2014/main" id="{A3CF4A9C-50D5-C07E-8B87-9FE0996CC997}"/>
              </a:ext>
            </a:extLst>
          </p:cNvPr>
          <p:cNvSpPr txBox="1"/>
          <p:nvPr/>
        </p:nvSpPr>
        <p:spPr>
          <a:xfrm>
            <a:off x="1588533" y="2107153"/>
            <a:ext cx="8285600" cy="55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r>
              <a:rPr lang="fr-FR" b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L'accent est mis sur les enfants zéro dose et les communautés manquées</a:t>
            </a:r>
            <a:endParaRPr b="1">
              <a:solidFill>
                <a:srgbClr val="50505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" name="Google Shape;346;p24">
            <a:extLst>
              <a:ext uri="{FF2B5EF4-FFF2-40B4-BE49-F238E27FC236}">
                <a16:creationId xmlns:a16="http://schemas.microsoft.com/office/drawing/2014/main" id="{3F590136-4690-5436-8A99-EE8B74477337}"/>
              </a:ext>
            </a:extLst>
          </p:cNvPr>
          <p:cNvSpPr txBox="1"/>
          <p:nvPr/>
        </p:nvSpPr>
        <p:spPr>
          <a:xfrm>
            <a:off x="1588603" y="2999939"/>
            <a:ext cx="8285600" cy="55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r>
              <a:rPr lang="fr-FR" b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Alignement sur les documents et plans stratégiques nationaux/</a:t>
            </a:r>
            <a:r>
              <a:rPr lang="fr-FR" b="1" err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regionaux</a:t>
            </a:r>
            <a:endParaRPr b="1" err="1">
              <a:solidFill>
                <a:srgbClr val="505050"/>
              </a:solidFill>
              <a:highlight>
                <a:srgbClr val="FFFF00"/>
              </a:highlight>
              <a:latin typeface="Helvetica Neue"/>
              <a:sym typeface="Helvetica Neue"/>
            </a:endParaRPr>
          </a:p>
        </p:txBody>
      </p:sp>
      <p:sp>
        <p:nvSpPr>
          <p:cNvPr id="9" name="Google Shape;347;p24">
            <a:extLst>
              <a:ext uri="{FF2B5EF4-FFF2-40B4-BE49-F238E27FC236}">
                <a16:creationId xmlns:a16="http://schemas.microsoft.com/office/drawing/2014/main" id="{F45071DE-5DFE-6EB7-AB4B-36902BFDDADF}"/>
              </a:ext>
            </a:extLst>
          </p:cNvPr>
          <p:cNvSpPr txBox="1"/>
          <p:nvPr/>
        </p:nvSpPr>
        <p:spPr>
          <a:xfrm>
            <a:off x="1588603" y="3892725"/>
            <a:ext cx="8374000" cy="55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r>
              <a:rPr lang="fr-FR" b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Analyse approfondie de la situation</a:t>
            </a:r>
            <a:endParaRPr b="1">
              <a:solidFill>
                <a:srgbClr val="50505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" name="Google Shape;348;p24">
            <a:extLst>
              <a:ext uri="{FF2B5EF4-FFF2-40B4-BE49-F238E27FC236}">
                <a16:creationId xmlns:a16="http://schemas.microsoft.com/office/drawing/2014/main" id="{5716D92C-434D-FBDA-A856-BE8A28307B2F}"/>
              </a:ext>
            </a:extLst>
          </p:cNvPr>
          <p:cNvSpPr/>
          <p:nvPr/>
        </p:nvSpPr>
        <p:spPr>
          <a:xfrm>
            <a:off x="499933" y="1163967"/>
            <a:ext cx="685600" cy="650800"/>
          </a:xfrm>
          <a:prstGeom prst="ellipse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en-GB" sz="2100" b="1">
                <a:solidFill>
                  <a:srgbClr val="1A75BB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1</a:t>
            </a:r>
            <a:endParaRPr sz="2100" b="1">
              <a:solidFill>
                <a:srgbClr val="1A75BB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" name="Google Shape;349;p24">
            <a:extLst>
              <a:ext uri="{FF2B5EF4-FFF2-40B4-BE49-F238E27FC236}">
                <a16:creationId xmlns:a16="http://schemas.microsoft.com/office/drawing/2014/main" id="{83688EE0-DD42-81EC-F0E0-0579D1C53581}"/>
              </a:ext>
            </a:extLst>
          </p:cNvPr>
          <p:cNvSpPr/>
          <p:nvPr/>
        </p:nvSpPr>
        <p:spPr>
          <a:xfrm>
            <a:off x="499933" y="2056772"/>
            <a:ext cx="685600" cy="650800"/>
          </a:xfrm>
          <a:prstGeom prst="ellipse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en-GB" sz="2100" b="1">
                <a:solidFill>
                  <a:srgbClr val="1A75BB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2</a:t>
            </a:r>
            <a:endParaRPr sz="2100" b="1">
              <a:solidFill>
                <a:srgbClr val="1A75BB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" name="Google Shape;350;p24">
            <a:extLst>
              <a:ext uri="{FF2B5EF4-FFF2-40B4-BE49-F238E27FC236}">
                <a16:creationId xmlns:a16="http://schemas.microsoft.com/office/drawing/2014/main" id="{06283A02-8E87-6E52-6EB5-DD6AA704FC71}"/>
              </a:ext>
            </a:extLst>
          </p:cNvPr>
          <p:cNvSpPr/>
          <p:nvPr/>
        </p:nvSpPr>
        <p:spPr>
          <a:xfrm>
            <a:off x="499933" y="2973744"/>
            <a:ext cx="685600" cy="650800"/>
          </a:xfrm>
          <a:prstGeom prst="ellipse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en-GB" sz="2100" b="1">
                <a:solidFill>
                  <a:srgbClr val="1A75BB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3</a:t>
            </a:r>
            <a:endParaRPr sz="2100" b="1">
              <a:solidFill>
                <a:srgbClr val="1A75BB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" name="Google Shape;351;p24">
            <a:extLst>
              <a:ext uri="{FF2B5EF4-FFF2-40B4-BE49-F238E27FC236}">
                <a16:creationId xmlns:a16="http://schemas.microsoft.com/office/drawing/2014/main" id="{6E391491-8DF5-34F8-D517-B0F04CBE5DE8}"/>
              </a:ext>
            </a:extLst>
          </p:cNvPr>
          <p:cNvSpPr/>
          <p:nvPr/>
        </p:nvSpPr>
        <p:spPr>
          <a:xfrm>
            <a:off x="499933" y="3842349"/>
            <a:ext cx="685600" cy="650800"/>
          </a:xfrm>
          <a:prstGeom prst="ellipse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en-GB" sz="2100" b="1">
                <a:solidFill>
                  <a:srgbClr val="1A75BB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4</a:t>
            </a:r>
            <a:endParaRPr sz="2100" b="1">
              <a:solidFill>
                <a:srgbClr val="1A75BB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" name="Google Shape;352;p24">
            <a:extLst>
              <a:ext uri="{FF2B5EF4-FFF2-40B4-BE49-F238E27FC236}">
                <a16:creationId xmlns:a16="http://schemas.microsoft.com/office/drawing/2014/main" id="{AE29D08A-B3B3-7A46-BA6B-8681954E2A50}"/>
              </a:ext>
            </a:extLst>
          </p:cNvPr>
          <p:cNvSpPr txBox="1"/>
          <p:nvPr/>
        </p:nvSpPr>
        <p:spPr>
          <a:xfrm>
            <a:off x="1588603" y="4785512"/>
            <a:ext cx="8374000" cy="55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r>
              <a:rPr lang="fr-FR" b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Consultation des parties prenantes du PEV et </a:t>
            </a:r>
            <a:r>
              <a:rPr lang="fr-FR" b="1" err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associees</a:t>
            </a:r>
            <a:r>
              <a:rPr lang="fr-FR" b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 au PEV</a:t>
            </a:r>
            <a:endParaRPr b="1">
              <a:solidFill>
                <a:srgbClr val="50505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" name="Google Shape;353;p24">
            <a:extLst>
              <a:ext uri="{FF2B5EF4-FFF2-40B4-BE49-F238E27FC236}">
                <a16:creationId xmlns:a16="http://schemas.microsoft.com/office/drawing/2014/main" id="{E073A68B-63AE-5747-E1CD-AB631B637BA6}"/>
              </a:ext>
            </a:extLst>
          </p:cNvPr>
          <p:cNvSpPr/>
          <p:nvPr/>
        </p:nvSpPr>
        <p:spPr>
          <a:xfrm>
            <a:off x="499933" y="4735116"/>
            <a:ext cx="685600" cy="650800"/>
          </a:xfrm>
          <a:prstGeom prst="ellipse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en-GB" sz="2100" b="1">
                <a:solidFill>
                  <a:srgbClr val="1A75BB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5</a:t>
            </a:r>
            <a:endParaRPr sz="2100" b="1">
              <a:solidFill>
                <a:srgbClr val="1A75BB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" name="Google Shape;354;p24">
            <a:extLst>
              <a:ext uri="{FF2B5EF4-FFF2-40B4-BE49-F238E27FC236}">
                <a16:creationId xmlns:a16="http://schemas.microsoft.com/office/drawing/2014/main" id="{E210BB72-73FA-1A87-1757-7076B3F9BC98}"/>
              </a:ext>
            </a:extLst>
          </p:cNvPr>
          <p:cNvSpPr txBox="1"/>
          <p:nvPr/>
        </p:nvSpPr>
        <p:spPr>
          <a:xfrm>
            <a:off x="1588603" y="5678299"/>
            <a:ext cx="8374000" cy="55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r>
              <a:rPr lang="en-GB" b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Focus sur le </a:t>
            </a:r>
            <a:r>
              <a:rPr lang="fr-FR" b="1">
                <a:solidFill>
                  <a:srgbClr val="505050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renforcement de l'intégration des programmes</a:t>
            </a:r>
            <a:endParaRPr b="1">
              <a:solidFill>
                <a:srgbClr val="50505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" name="Google Shape;355;p24">
            <a:extLst>
              <a:ext uri="{FF2B5EF4-FFF2-40B4-BE49-F238E27FC236}">
                <a16:creationId xmlns:a16="http://schemas.microsoft.com/office/drawing/2014/main" id="{A34AEF8D-18E9-2F11-BCC8-9CDA90B4C441}"/>
              </a:ext>
            </a:extLst>
          </p:cNvPr>
          <p:cNvSpPr/>
          <p:nvPr/>
        </p:nvSpPr>
        <p:spPr>
          <a:xfrm>
            <a:off x="499933" y="5627900"/>
            <a:ext cx="685600" cy="650800"/>
          </a:xfrm>
          <a:prstGeom prst="ellipse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en-GB" sz="2100" b="1">
                <a:solidFill>
                  <a:srgbClr val="1A75BB"/>
                </a:solidFill>
                <a:latin typeface="Helvetica Neue"/>
                <a:ea typeface="Helvetica Neue"/>
                <a:cs typeface="Helvetica Neue"/>
                <a:sym typeface="Helvetica Neue"/>
              </a:rPr>
              <a:t>6</a:t>
            </a:r>
            <a:endParaRPr sz="2100" b="1">
              <a:solidFill>
                <a:srgbClr val="1A75BB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8" name="Google Shape;356;p24">
            <a:extLst>
              <a:ext uri="{FF2B5EF4-FFF2-40B4-BE49-F238E27FC236}">
                <a16:creationId xmlns:a16="http://schemas.microsoft.com/office/drawing/2014/main" id="{C0110F44-B96A-A11D-0A32-07F0AD1E4BB3}"/>
              </a:ext>
            </a:extLst>
          </p:cNvPr>
          <p:cNvCxnSpPr>
            <a:cxnSpLocks/>
            <a:stCxn id="10" idx="6"/>
            <a:endCxn id="6" idx="1"/>
          </p:cNvCxnSpPr>
          <p:nvPr/>
        </p:nvCxnSpPr>
        <p:spPr>
          <a:xfrm>
            <a:off x="1185533" y="1489367"/>
            <a:ext cx="402999" cy="0"/>
          </a:xfrm>
          <a:prstGeom prst="straightConnector1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9" name="Google Shape;357;p24">
            <a:extLst>
              <a:ext uri="{FF2B5EF4-FFF2-40B4-BE49-F238E27FC236}">
                <a16:creationId xmlns:a16="http://schemas.microsoft.com/office/drawing/2014/main" id="{695C81A0-A2E7-D986-2BC1-DFCD79C07432}"/>
              </a:ext>
            </a:extLst>
          </p:cNvPr>
          <p:cNvCxnSpPr/>
          <p:nvPr/>
        </p:nvCxnSpPr>
        <p:spPr>
          <a:xfrm>
            <a:off x="1185533" y="2382167"/>
            <a:ext cx="403200" cy="0"/>
          </a:xfrm>
          <a:prstGeom prst="straightConnector1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0" name="Google Shape;358;p24">
            <a:extLst>
              <a:ext uri="{FF2B5EF4-FFF2-40B4-BE49-F238E27FC236}">
                <a16:creationId xmlns:a16="http://schemas.microsoft.com/office/drawing/2014/main" id="{44DDA637-E14C-2FCD-3222-82F45005C1AC}"/>
              </a:ext>
            </a:extLst>
          </p:cNvPr>
          <p:cNvCxnSpPr/>
          <p:nvPr/>
        </p:nvCxnSpPr>
        <p:spPr>
          <a:xfrm>
            <a:off x="1185533" y="3299133"/>
            <a:ext cx="403200" cy="0"/>
          </a:xfrm>
          <a:prstGeom prst="straightConnector1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1" name="Google Shape;359;p24">
            <a:extLst>
              <a:ext uri="{FF2B5EF4-FFF2-40B4-BE49-F238E27FC236}">
                <a16:creationId xmlns:a16="http://schemas.microsoft.com/office/drawing/2014/main" id="{2E5942D5-DC94-9616-4BE3-84E6F1DCDDFB}"/>
              </a:ext>
            </a:extLst>
          </p:cNvPr>
          <p:cNvCxnSpPr/>
          <p:nvPr/>
        </p:nvCxnSpPr>
        <p:spPr>
          <a:xfrm>
            <a:off x="1185533" y="4167733"/>
            <a:ext cx="403200" cy="0"/>
          </a:xfrm>
          <a:prstGeom prst="straightConnector1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2" name="Google Shape;360;p24">
            <a:extLst>
              <a:ext uri="{FF2B5EF4-FFF2-40B4-BE49-F238E27FC236}">
                <a16:creationId xmlns:a16="http://schemas.microsoft.com/office/drawing/2014/main" id="{9A5388FC-EA25-00C4-4E14-B4D355B80C89}"/>
              </a:ext>
            </a:extLst>
          </p:cNvPr>
          <p:cNvCxnSpPr/>
          <p:nvPr/>
        </p:nvCxnSpPr>
        <p:spPr>
          <a:xfrm>
            <a:off x="1185533" y="5060500"/>
            <a:ext cx="403200" cy="0"/>
          </a:xfrm>
          <a:prstGeom prst="straightConnector1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3" name="Google Shape;361;p24">
            <a:extLst>
              <a:ext uri="{FF2B5EF4-FFF2-40B4-BE49-F238E27FC236}">
                <a16:creationId xmlns:a16="http://schemas.microsoft.com/office/drawing/2014/main" id="{CBB827E9-5F8A-7B63-266A-2BAFA22FBA8C}"/>
              </a:ext>
            </a:extLst>
          </p:cNvPr>
          <p:cNvCxnSpPr/>
          <p:nvPr/>
        </p:nvCxnSpPr>
        <p:spPr>
          <a:xfrm>
            <a:off x="1185533" y="5953300"/>
            <a:ext cx="403200" cy="0"/>
          </a:xfrm>
          <a:prstGeom prst="straightConnector1">
            <a:avLst/>
          </a:prstGeom>
          <a:noFill/>
          <a:ln w="9525" cap="flat" cmpd="sng">
            <a:solidFill>
              <a:srgbClr val="1A75BB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24" name="Google Shape;362;p24">
            <a:extLst>
              <a:ext uri="{FF2B5EF4-FFF2-40B4-BE49-F238E27FC236}">
                <a16:creationId xmlns:a16="http://schemas.microsoft.com/office/drawing/2014/main" id="{79334D68-B650-6DFB-B999-56FF95F89C76}"/>
              </a:ext>
            </a:extLst>
          </p:cNvPr>
          <p:cNvSpPr/>
          <p:nvPr/>
        </p:nvSpPr>
        <p:spPr>
          <a:xfrm>
            <a:off x="1479876" y="1449813"/>
            <a:ext cx="76800" cy="76800"/>
          </a:xfrm>
          <a:prstGeom prst="ellipse">
            <a:avLst/>
          </a:prstGeom>
          <a:solidFill>
            <a:srgbClr val="1A75BB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endParaRPr/>
          </a:p>
        </p:txBody>
      </p:sp>
      <p:sp>
        <p:nvSpPr>
          <p:cNvPr id="25" name="Google Shape;363;p24">
            <a:extLst>
              <a:ext uri="{FF2B5EF4-FFF2-40B4-BE49-F238E27FC236}">
                <a16:creationId xmlns:a16="http://schemas.microsoft.com/office/drawing/2014/main" id="{873B7711-4701-B2EF-1680-FF8992C7506D}"/>
              </a:ext>
            </a:extLst>
          </p:cNvPr>
          <p:cNvSpPr/>
          <p:nvPr/>
        </p:nvSpPr>
        <p:spPr>
          <a:xfrm>
            <a:off x="1479876" y="2343780"/>
            <a:ext cx="76800" cy="76800"/>
          </a:xfrm>
          <a:prstGeom prst="ellipse">
            <a:avLst/>
          </a:prstGeom>
          <a:solidFill>
            <a:srgbClr val="1A75BB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endParaRPr/>
          </a:p>
        </p:txBody>
      </p:sp>
      <p:sp>
        <p:nvSpPr>
          <p:cNvPr id="26" name="Google Shape;364;p24">
            <a:extLst>
              <a:ext uri="{FF2B5EF4-FFF2-40B4-BE49-F238E27FC236}">
                <a16:creationId xmlns:a16="http://schemas.microsoft.com/office/drawing/2014/main" id="{FB91C496-7556-EFF6-F978-40C42055881F}"/>
              </a:ext>
            </a:extLst>
          </p:cNvPr>
          <p:cNvSpPr/>
          <p:nvPr/>
        </p:nvSpPr>
        <p:spPr>
          <a:xfrm>
            <a:off x="1479876" y="3260747"/>
            <a:ext cx="76800" cy="76800"/>
          </a:xfrm>
          <a:prstGeom prst="ellipse">
            <a:avLst/>
          </a:prstGeom>
          <a:solidFill>
            <a:srgbClr val="1A75BB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endParaRPr/>
          </a:p>
        </p:txBody>
      </p:sp>
      <p:sp>
        <p:nvSpPr>
          <p:cNvPr id="27" name="Google Shape;365;p24">
            <a:extLst>
              <a:ext uri="{FF2B5EF4-FFF2-40B4-BE49-F238E27FC236}">
                <a16:creationId xmlns:a16="http://schemas.microsoft.com/office/drawing/2014/main" id="{4C665672-6BEA-95E2-761F-DD495D1DD0BA}"/>
              </a:ext>
            </a:extLst>
          </p:cNvPr>
          <p:cNvSpPr/>
          <p:nvPr/>
        </p:nvSpPr>
        <p:spPr>
          <a:xfrm>
            <a:off x="1479876" y="4129347"/>
            <a:ext cx="76800" cy="76800"/>
          </a:xfrm>
          <a:prstGeom prst="ellipse">
            <a:avLst/>
          </a:prstGeom>
          <a:solidFill>
            <a:srgbClr val="1A75BB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endParaRPr/>
          </a:p>
        </p:txBody>
      </p:sp>
      <p:sp>
        <p:nvSpPr>
          <p:cNvPr id="28" name="Google Shape;366;p24">
            <a:extLst>
              <a:ext uri="{FF2B5EF4-FFF2-40B4-BE49-F238E27FC236}">
                <a16:creationId xmlns:a16="http://schemas.microsoft.com/office/drawing/2014/main" id="{6699D18E-239C-C0D5-8125-40F7FC6D4643}"/>
              </a:ext>
            </a:extLst>
          </p:cNvPr>
          <p:cNvSpPr/>
          <p:nvPr/>
        </p:nvSpPr>
        <p:spPr>
          <a:xfrm>
            <a:off x="1479876" y="5022131"/>
            <a:ext cx="76800" cy="76800"/>
          </a:xfrm>
          <a:prstGeom prst="ellipse">
            <a:avLst/>
          </a:prstGeom>
          <a:solidFill>
            <a:srgbClr val="1A75BB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endParaRPr/>
          </a:p>
        </p:txBody>
      </p:sp>
      <p:sp>
        <p:nvSpPr>
          <p:cNvPr id="29" name="Google Shape;367;p24">
            <a:extLst>
              <a:ext uri="{FF2B5EF4-FFF2-40B4-BE49-F238E27FC236}">
                <a16:creationId xmlns:a16="http://schemas.microsoft.com/office/drawing/2014/main" id="{62E1F49F-D098-3AD0-B57F-2EF51648D597}"/>
              </a:ext>
            </a:extLst>
          </p:cNvPr>
          <p:cNvSpPr/>
          <p:nvPr/>
        </p:nvSpPr>
        <p:spPr>
          <a:xfrm>
            <a:off x="1479876" y="5914931"/>
            <a:ext cx="76800" cy="76800"/>
          </a:xfrm>
          <a:prstGeom prst="ellipse">
            <a:avLst/>
          </a:prstGeom>
          <a:solidFill>
            <a:srgbClr val="1A75BB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endParaRPr/>
          </a:p>
        </p:txBody>
      </p:sp>
      <p:sp>
        <p:nvSpPr>
          <p:cNvPr id="34" name="Google Shape;342;p24">
            <a:extLst>
              <a:ext uri="{FF2B5EF4-FFF2-40B4-BE49-F238E27FC236}">
                <a16:creationId xmlns:a16="http://schemas.microsoft.com/office/drawing/2014/main" id="{E0C9DD03-50AD-C912-5A92-CFA2B1AEB00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5937" y="77694"/>
            <a:ext cx="11153775" cy="7447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spAutoFit/>
          </a:bodyPr>
          <a:lstStyle/>
          <a:p>
            <a:r>
              <a:rPr lang="fr-FR">
                <a:sym typeface="Helvetica Neue"/>
              </a:rPr>
              <a:t>Conditions gagnantes pour un processus FPP</a:t>
            </a:r>
            <a:endParaRPr>
              <a:sym typeface="Helvetica Neue"/>
            </a:endParaRPr>
          </a:p>
        </p:txBody>
      </p:sp>
    </p:spTree>
    <p:extLst>
      <p:ext uri="{BB962C8B-B14F-4D97-AF65-F5344CB8AC3E}">
        <p14:creationId xmlns:p14="http://schemas.microsoft.com/office/powerpoint/2010/main" val="54551964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AC4097-4E96-06CD-D342-4A1F8A3C77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Ce qui a bien fonctionné</a:t>
            </a:r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D084415-95AC-AB07-3CD5-A14113206FE6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2179529" y="1766170"/>
            <a:ext cx="8091500" cy="4393498"/>
          </a:xfrm>
        </p:spPr>
        <p:txBody>
          <a:bodyPr>
            <a:norm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500"/>
              <a:t>Cohérence de l’analyse situationnelle (portant sur la même période)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500"/>
              <a:t>Alignement parfait des visions GAVI 5.0 avec son focus sur les « Zéro  dose »,  et l’équité telle que présenté dans  IA 2030 et aux documents stratégiques nationaux généraux et du secteur de la santé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500"/>
              <a:t>Théorie de changement unique, globale,  cohérente et fonctionnel 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500"/>
              <a:t>Meilleure programmation des financements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500"/>
              <a:t>Processus de validation et d’approbation facilité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500"/>
              <a:t>SNV réaliste profitant des ressources disponibles (FPP Gavi 5.0, CDMT 2023-2025)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500"/>
              <a:t>Economie de temps et de ressources (une seule équipe, un seul agenda, un seul budget)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500"/>
              <a:t>Engagement de toutes les parties prenantes du PEV dans les programmes supportés par Gavi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39D5F82-ABCF-F7D4-5847-8D4C390F2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7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A3ECD89-955C-3FE6-926F-C3A2ADF2506B}"/>
              </a:ext>
            </a:extLst>
          </p:cNvPr>
          <p:cNvSpPr/>
          <p:nvPr/>
        </p:nvSpPr>
        <p:spPr>
          <a:xfrm>
            <a:off x="434372" y="3539802"/>
            <a:ext cx="1486599" cy="50355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>
                <a:latin typeface="Arial" panose="020B0604020202020204" pitchFamily="34" charset="0"/>
                <a:cs typeface="Arial" panose="020B0604020202020204" pitchFamily="34" charset="0"/>
              </a:rPr>
              <a:t>Cameroun</a:t>
            </a:r>
          </a:p>
        </p:txBody>
      </p:sp>
      <p:pic>
        <p:nvPicPr>
          <p:cNvPr id="1026" name="Picture 2" descr="Cameroun - Icônes drapeaux gratuites">
            <a:extLst>
              <a:ext uri="{FF2B5EF4-FFF2-40B4-BE49-F238E27FC236}">
                <a16:creationId xmlns:a16="http://schemas.microsoft.com/office/drawing/2014/main" id="{3868D4F9-00DF-7EE5-3F5F-519971FA7B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9888" y="2130102"/>
            <a:ext cx="1409700" cy="1409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63357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AC4097-4E96-06CD-D342-4A1F8A3C77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Ce qui a bien fonctionné</a:t>
            </a:r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D084415-95AC-AB07-3CD5-A14113206FE6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1920971" y="1551157"/>
            <a:ext cx="8350058" cy="4608511"/>
          </a:xfrm>
        </p:spPr>
        <p:txBody>
          <a:bodyPr>
            <a:normAutofit/>
          </a:bodyPr>
          <a:lstStyle/>
          <a:p>
            <a:pPr marL="292914" lvl="0" indent="-171450">
              <a:lnSpc>
                <a:spcPct val="115000"/>
              </a:lnSpc>
              <a:buClr>
                <a:srgbClr val="505050"/>
              </a:buClr>
              <a:buSzPts val="1400"/>
              <a:buFont typeface="Arial" panose="020B0604020202020204" pitchFamily="34" charset="0"/>
              <a:buChar char="•"/>
              <a:defRPr/>
            </a:pPr>
            <a:r>
              <a:rPr lang="fr-FR" sz="1500">
                <a:sym typeface="Helvetica Neue"/>
              </a:rPr>
              <a:t>Un leadership fort avec l'implication personnelle et constante tout au long du processus, du Ministre de la Santé et de tous les partenaires techniques.</a:t>
            </a:r>
          </a:p>
          <a:p>
            <a:pPr marL="292914" lvl="0" indent="-171450">
              <a:lnSpc>
                <a:spcPct val="115000"/>
              </a:lnSpc>
              <a:buClr>
                <a:srgbClr val="505050"/>
              </a:buClr>
              <a:buSzPts val="1400"/>
              <a:buFont typeface="Arial" panose="020B0604020202020204" pitchFamily="34" charset="0"/>
              <a:buChar char="•"/>
              <a:defRPr/>
            </a:pPr>
            <a:r>
              <a:rPr lang="fr-FR" sz="1500">
                <a:sym typeface="Helvetica Neue"/>
              </a:rPr>
              <a:t>Analyse de la situation acceptable compte tenu des défis de fiabilité des données disponibles avec et un ciblage des zones d'intervention</a:t>
            </a:r>
          </a:p>
          <a:p>
            <a:pPr marL="292914" lvl="0" indent="-171450">
              <a:lnSpc>
                <a:spcPct val="115000"/>
              </a:lnSpc>
              <a:buClr>
                <a:srgbClr val="505050"/>
              </a:buClr>
              <a:buSzPts val="1400"/>
              <a:buFont typeface="Arial" panose="020B0604020202020204" pitchFamily="34" charset="0"/>
              <a:buChar char="•"/>
              <a:defRPr/>
            </a:pPr>
            <a:r>
              <a:rPr lang="fr-FR" sz="1500">
                <a:sym typeface="Helvetica Neue"/>
              </a:rPr>
              <a:t>Bien que le contexte ne soit pas favorable à une évaluation à mi-parcours ou ex-post du RSS2, quelques enseignements ont tout de même été tirés</a:t>
            </a:r>
          </a:p>
          <a:p>
            <a:pPr marL="292914" lvl="0" indent="-171450">
              <a:lnSpc>
                <a:spcPct val="115000"/>
              </a:lnSpc>
              <a:buClr>
                <a:srgbClr val="505050"/>
              </a:buClr>
              <a:buSzPts val="1400"/>
              <a:buFont typeface="Arial" panose="020B0604020202020204" pitchFamily="34" charset="0"/>
              <a:buChar char="•"/>
              <a:defRPr/>
            </a:pPr>
            <a:r>
              <a:rPr lang="fr-FR" sz="1500">
                <a:sym typeface="Helvetica Neue"/>
              </a:rPr>
              <a:t> La demande était appuyée par quelques rapports techniques sectoriels</a:t>
            </a:r>
          </a:p>
          <a:p>
            <a:pPr marL="292914" lvl="0" indent="-171450">
              <a:lnSpc>
                <a:spcPct val="115000"/>
              </a:lnSpc>
              <a:buClr>
                <a:srgbClr val="505050"/>
              </a:buClr>
              <a:buSzPts val="1400"/>
              <a:buFont typeface="Arial" panose="020B0604020202020204" pitchFamily="34" charset="0"/>
              <a:buChar char="•"/>
              <a:defRPr/>
            </a:pPr>
            <a:r>
              <a:rPr lang="fr-FR" sz="1500">
                <a:sym typeface="Helvetica Neue"/>
              </a:rPr>
              <a:t>Synergies/complémentarité avec d'autres partenaires dans le soutien à la vaccination (par exemple, la Banque mondiale)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39D5F82-ABCF-F7D4-5847-8D4C390F2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8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892D494-FE95-5B60-B1FB-8FB9317BA553}"/>
              </a:ext>
            </a:extLst>
          </p:cNvPr>
          <p:cNvGrpSpPr/>
          <p:nvPr/>
        </p:nvGrpSpPr>
        <p:grpSpPr>
          <a:xfrm>
            <a:off x="515937" y="2350113"/>
            <a:ext cx="1215413" cy="1693077"/>
            <a:chOff x="515937" y="2350113"/>
            <a:chExt cx="1215413" cy="1693077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DB7BBDBC-B5F1-7553-4291-3CC8507EB57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/>
            <a:stretch/>
          </p:blipFill>
          <p:spPr>
            <a:xfrm>
              <a:off x="515937" y="2350113"/>
              <a:ext cx="1215413" cy="1215413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A3ECD89-955C-3FE6-926F-C3A2ADF2506B}"/>
                </a:ext>
              </a:extLst>
            </p:cNvPr>
            <p:cNvSpPr/>
            <p:nvPr/>
          </p:nvSpPr>
          <p:spPr>
            <a:xfrm>
              <a:off x="515937" y="3565525"/>
              <a:ext cx="1215413" cy="477665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000" b="1">
                  <a:latin typeface="Arial" panose="020B0604020202020204" pitchFamily="34" charset="0"/>
                  <a:cs typeface="Arial" panose="020B0604020202020204" pitchFamily="34" charset="0"/>
                </a:rPr>
                <a:t>RCA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09335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AC4097-4E96-06CD-D342-4A1F8A3C77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718" y="368300"/>
            <a:ext cx="11434929" cy="534525"/>
          </a:xfrm>
        </p:spPr>
        <p:txBody>
          <a:bodyPr>
            <a:normAutofit fontScale="90000"/>
          </a:bodyPr>
          <a:lstStyle/>
          <a:p>
            <a:r>
              <a:rPr lang="fr-FR"/>
              <a:t>Les pays peuvent améliorer leur application </a:t>
            </a:r>
            <a:r>
              <a:rPr lang="fr-FR" sz="3600">
                <a:sym typeface="Helvetica Neue"/>
              </a:rPr>
              <a:t>en s'assurant que:</a:t>
            </a:r>
            <a:br>
              <a:rPr lang="fr-FR" sz="3600">
                <a:sym typeface="Helvetica Neue"/>
              </a:rPr>
            </a:br>
            <a:r>
              <a:rPr lang="fr-FR" sz="3600">
                <a:sym typeface="Helvetica Neue"/>
              </a:rPr>
              <a:t> </a:t>
            </a:r>
            <a:br>
              <a:rPr lang="fr-FR" sz="3600">
                <a:sym typeface="Helvetica Neue"/>
              </a:rPr>
            </a:br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D084415-95AC-AB07-3CD5-A14113206FE6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515937" y="1527857"/>
            <a:ext cx="10919850" cy="4608511"/>
          </a:xfrm>
        </p:spPr>
        <p:txBody>
          <a:bodyPr vert="horz" lIns="0" tIns="0" rIns="0" bIns="0" numCol="1" spcCol="180000" rtlCol="0" anchor="t">
            <a:normAutofit/>
          </a:bodyPr>
          <a:lstStyle/>
          <a:p>
            <a:pPr marL="479425" lvl="0" indent="-358140">
              <a:lnSpc>
                <a:spcPct val="115000"/>
              </a:lnSpc>
              <a:buClr>
                <a:srgbClr val="505050"/>
              </a:buClr>
              <a:buSzPts val="1400"/>
              <a:buFont typeface="Wingdings" panose="05000000000000000000" pitchFamily="2" charset="2"/>
              <a:buChar char="v"/>
              <a:defRPr/>
            </a:pPr>
            <a:r>
              <a:rPr lang="fr-FR">
                <a:sym typeface="Helvetica Neue"/>
              </a:rPr>
              <a:t>Les considérations budgétaires respectent la proportion de l'allocation aux OSC</a:t>
            </a:r>
            <a:endParaRPr lang="en-US"/>
          </a:p>
          <a:p>
            <a:pPr marL="479425" lvl="0" indent="-358140">
              <a:lnSpc>
                <a:spcPct val="115000"/>
              </a:lnSpc>
              <a:buClr>
                <a:srgbClr val="505050"/>
              </a:buClr>
              <a:buSzPts val="1400"/>
              <a:buFont typeface="Wingdings" panose="05000000000000000000" pitchFamily="2" charset="2"/>
              <a:buChar char="v"/>
              <a:defRPr/>
            </a:pPr>
            <a:r>
              <a:rPr lang="fr-FR">
                <a:sym typeface="Helvetica Neue"/>
              </a:rPr>
              <a:t>Le plan d'action contient suffisamment de détails sur les hypothèses budgétaires</a:t>
            </a:r>
            <a:endParaRPr lang="fr-FR"/>
          </a:p>
          <a:p>
            <a:pPr marL="479425" lvl="0" indent="-358140">
              <a:lnSpc>
                <a:spcPct val="115000"/>
              </a:lnSpc>
              <a:buClr>
                <a:srgbClr val="505050"/>
              </a:buClr>
              <a:buSzPts val="1400"/>
              <a:buFont typeface="Wingdings" panose="05000000000000000000" pitchFamily="2" charset="2"/>
              <a:buChar char="v"/>
              <a:defRPr/>
            </a:pPr>
            <a:r>
              <a:rPr lang="fr-FR">
                <a:sym typeface="Helvetica Neue"/>
              </a:rPr>
              <a:t>Il y a des détails sur le soutien reçu par d'autres partenaires/donateurs</a:t>
            </a:r>
            <a:endParaRPr lang="fr-FR"/>
          </a:p>
          <a:p>
            <a:pPr marL="479425" lvl="0" indent="-358140">
              <a:lnSpc>
                <a:spcPct val="115000"/>
              </a:lnSpc>
              <a:buClr>
                <a:srgbClr val="505050"/>
              </a:buClr>
              <a:buSzPts val="1400"/>
              <a:buFont typeface="Wingdings" panose="05000000000000000000" pitchFamily="2" charset="2"/>
              <a:buChar char="v"/>
              <a:defRPr/>
            </a:pPr>
            <a:r>
              <a:rPr lang="fr-FR">
                <a:sym typeface="Helvetica Neue"/>
              </a:rPr>
              <a:t>Les activités liées au FAE et au RSS sont clairement différenciées dans le budget et allouées conformément aux directives en matière de financement</a:t>
            </a:r>
            <a:endParaRPr lang="fr-FR"/>
          </a:p>
          <a:p>
            <a:pPr marL="479425" lvl="0" indent="-358140">
              <a:lnSpc>
                <a:spcPct val="115000"/>
              </a:lnSpc>
              <a:buClr>
                <a:srgbClr val="505050"/>
              </a:buClr>
              <a:buSzPts val="1400"/>
              <a:buFont typeface="Wingdings" panose="05000000000000000000" pitchFamily="2" charset="2"/>
              <a:buChar char="v"/>
              <a:defRPr/>
            </a:pPr>
            <a:r>
              <a:rPr lang="fr-FR">
                <a:latin typeface="Arial"/>
                <a:cs typeface="Arial"/>
                <a:sym typeface="Helvetica Neue"/>
              </a:rPr>
              <a:t>Il y a des investissements dans le renforcement des systèmes et l'utilisation de données sur l'équité qui peuvent servir de base au FPP</a:t>
            </a:r>
            <a:endParaRPr lang="fr-FR">
              <a:latin typeface="Arial"/>
              <a:cs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39D5F82-ABCF-F7D4-5847-8D4C390F2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9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5280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085FD2-83F3-E5A9-8FA8-DE6F90A222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Ce que nous avons appris du processus</a:t>
            </a:r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D2CB0A-D3B0-4CF9-5EB4-2F748DC5DC09}"/>
              </a:ext>
            </a:extLst>
          </p:cNvPr>
          <p:cNvSpPr>
            <a:spLocks noGrp="1"/>
          </p:cNvSpPr>
          <p:nvPr>
            <p:ph type="body" idx="13"/>
          </p:nvPr>
        </p:nvSpPr>
        <p:spPr/>
        <p:txBody>
          <a:bodyPr vert="horz" lIns="0" tIns="0" rIns="0" bIns="0" numCol="1" spcCol="180000" rtlCol="0" anchor="t">
            <a:normAutofit/>
          </a:bodyPr>
          <a:lstStyle/>
          <a:p>
            <a:pPr marL="479425" marR="0" lvl="0" indent="-35814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r>
              <a:rPr kumimoji="0" lang="fr-FR" sz="2000" b="0" i="0" u="none" strike="noStrike" kern="1200" cap="none" spc="0" normalizeH="0" baseline="0" noProof="0">
                <a:ln>
                  <a:noFill/>
                </a:ln>
                <a:solidFill>
                  <a:srgbClr val="505050"/>
                </a:solidFill>
                <a:effectLst/>
                <a:uLnTx/>
                <a:uFillTx/>
                <a:latin typeface="Arial"/>
                <a:ea typeface="Helvetica Neue"/>
                <a:cs typeface="Helvetica Neue"/>
                <a:sym typeface="Helvetica Neue"/>
              </a:rPr>
              <a:t>Une bonne analyse de la situation permet de concevoir des interventions applicables</a:t>
            </a:r>
            <a:endParaRPr lang="en-US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pPr marL="479425" marR="0" lvl="0" indent="-35814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endParaRPr lang="en-US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pPr marL="479425" marR="0" lvl="0" indent="-35814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r>
              <a:rPr kumimoji="0" lang="fr-FR" sz="2000" b="0" i="0" u="none" strike="noStrike" kern="1200" cap="none" spc="0" normalizeH="0" baseline="0" noProof="0">
                <a:ln>
                  <a:noFill/>
                </a:ln>
                <a:solidFill>
                  <a:srgbClr val="505050"/>
                </a:solidFill>
                <a:effectLst/>
                <a:uLnTx/>
                <a:uFillTx/>
                <a:latin typeface="Arial"/>
                <a:ea typeface="Helvetica Neue"/>
                <a:cs typeface="Helvetica Neue"/>
                <a:sym typeface="Helvetica Neue"/>
              </a:rPr>
              <a:t>La flexibilité et l'écoute des différentes parties prenantes sont essentielles</a:t>
            </a:r>
            <a:endParaRPr lang="fr-FR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pPr marL="464185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endParaRPr lang="fr-FR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pPr marL="479425" marR="0" lvl="0" indent="-35814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r>
              <a:rPr kumimoji="0" lang="fr-FR" sz="2000" b="0" i="0" u="none" strike="noStrike" kern="1200" cap="none" spc="0" normalizeH="0" baseline="0" noProof="0">
                <a:ln>
                  <a:noFill/>
                </a:ln>
                <a:solidFill>
                  <a:srgbClr val="505050"/>
                </a:solidFill>
                <a:effectLst/>
                <a:uLnTx/>
                <a:uFillTx/>
                <a:latin typeface="Arial"/>
                <a:ea typeface="Helvetica Neue"/>
                <a:cs typeface="Helvetica Neue"/>
                <a:sym typeface="Helvetica Neue"/>
              </a:rPr>
              <a:t>Chaque cas a ses propres spécificités</a:t>
            </a:r>
            <a:endParaRPr lang="fr-FR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pPr marL="464185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endParaRPr lang="en-US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pPr marL="479425" marR="0" lvl="0" indent="-35814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r>
              <a:rPr kumimoji="0" lang="fr-FR" sz="2000" b="0" i="0" u="none" strike="noStrike" kern="1200" cap="none" spc="0" normalizeH="0" baseline="0" noProof="0">
                <a:ln>
                  <a:noFill/>
                </a:ln>
                <a:solidFill>
                  <a:srgbClr val="505050"/>
                </a:solidFill>
                <a:effectLst/>
                <a:uLnTx/>
                <a:uFillTx/>
                <a:latin typeface="Arial"/>
                <a:ea typeface="Helvetica Neue"/>
                <a:cs typeface="Helvetica Neue"/>
                <a:sym typeface="Helvetica Neue"/>
              </a:rPr>
              <a:t>L'approbation du </a:t>
            </a:r>
            <a:r>
              <a:rPr lang="fr-FR">
                <a:solidFill>
                  <a:srgbClr val="505050"/>
                </a:solidFill>
                <a:latin typeface="Arial"/>
                <a:ea typeface="Helvetica Neue"/>
                <a:cs typeface="Helvetica Neue"/>
                <a:sym typeface="Helvetica Neue"/>
              </a:rPr>
              <a:t>FPP</a:t>
            </a:r>
            <a:r>
              <a:rPr kumimoji="0" lang="fr-FR" sz="2000" b="0" i="0" u="none" strike="noStrike" kern="1200" cap="none" spc="0" normalizeH="0" baseline="0" noProof="0">
                <a:ln>
                  <a:noFill/>
                </a:ln>
                <a:solidFill>
                  <a:srgbClr val="505050"/>
                </a:solidFill>
                <a:effectLst/>
                <a:uLnTx/>
                <a:uFillTx/>
                <a:latin typeface="Arial"/>
                <a:ea typeface="Helvetica Neue"/>
                <a:cs typeface="Helvetica Neue"/>
                <a:sym typeface="Helvetica Neue"/>
              </a:rPr>
              <a:t> n'est pas une fin en soi ; le suivi de la mise en œuvre, au même titre que le processus de planification, est essentiel</a:t>
            </a:r>
            <a:endParaRPr lang="fr-FR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pPr marL="464185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endParaRPr lang="fr-FR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pPr marL="479425" marR="0" lvl="0" indent="-35814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Wingdings" panose="05000000000000000000" pitchFamily="2" charset="2"/>
              <a:buChar char="ü"/>
              <a:tabLst/>
              <a:defRPr/>
            </a:pPr>
            <a:r>
              <a:rPr lang="fr-FR">
                <a:solidFill>
                  <a:srgbClr val="505050"/>
                </a:solidFill>
                <a:latin typeface="Arial"/>
                <a:ea typeface="Helvetica Neue"/>
                <a:cs typeface="Helvetica Neue"/>
                <a:sym typeface="Helvetica Neue"/>
              </a:rPr>
              <a:t>L’importance du partage d’expériences sur le processus d'élaboration du FPP</a:t>
            </a:r>
            <a:endParaRPr lang="fr-FR">
              <a:solidFill>
                <a:srgbClr val="505050"/>
              </a:solidFill>
              <a:latin typeface="Arial"/>
              <a:ea typeface="Helvetica Neue"/>
              <a:cs typeface="Helvetica Neue"/>
            </a:endParaRPr>
          </a:p>
          <a:p>
            <a:pPr marL="479425" marR="0" lvl="0" indent="-35814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05050"/>
              </a:buClr>
              <a:buSzPts val="1400"/>
              <a:buFont typeface="Helvetica Neue Light"/>
              <a:buChar char="●"/>
              <a:tabLst/>
              <a:defRPr/>
            </a:pPr>
            <a:endParaRPr lang="fr-FR" sz="2000" b="0" i="0" u="none" strike="noStrike" kern="1200" cap="none" spc="0" normalizeH="0" baseline="0" noProof="0">
              <a:ln>
                <a:noFill/>
              </a:ln>
              <a:solidFill>
                <a:srgbClr val="505050"/>
              </a:solidFill>
              <a:effectLst/>
              <a:uLnTx/>
              <a:uFillTx/>
              <a:latin typeface="Arial"/>
              <a:ea typeface="Helvetica Neue"/>
              <a:cs typeface="Helvetica Neue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251A47-237D-03EC-B9E3-808E362F01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10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908783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48AD53-82AA-ECC8-6D90-52FF1363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br>
              <a:rPr lang="en-GB" sz="3600"/>
            </a:br>
            <a:r>
              <a:rPr lang="fr-FR" sz="3600"/>
              <a:t>Nous invitons les pays qui ont achevé le processus du FPP à partager leurs réflexions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38825A2-5637-46DA-E441-8D5D781524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746B08-255A-2748-8A21-40BE94A17FD1}" type="slidenum">
              <a:rPr lang="en-GB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11</a:t>
            </a:fld>
            <a:endParaRPr lang="en-GB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193547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3951CDE-4970-F241-9084-848D8B074B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8488" y="1951672"/>
            <a:ext cx="11154344" cy="1477328"/>
          </a:xfrm>
        </p:spPr>
        <p:txBody>
          <a:bodyPr/>
          <a:lstStyle/>
          <a:p>
            <a:r>
              <a:rPr lang="en-GB" sz="4000"/>
              <a:t>Merci!</a:t>
            </a:r>
            <a:br>
              <a:rPr lang="en-GB" sz="4000"/>
            </a:br>
            <a:br>
              <a:rPr lang="en-GB" sz="4000"/>
            </a:br>
            <a:endParaRPr lang="fr-FR" sz="4000"/>
          </a:p>
        </p:txBody>
      </p:sp>
    </p:spTree>
    <p:extLst>
      <p:ext uri="{BB962C8B-B14F-4D97-AF65-F5344CB8AC3E}">
        <p14:creationId xmlns:p14="http://schemas.microsoft.com/office/powerpoint/2010/main" val="66989486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PROJECT_OPEN" val="0"/>
  <p:tag name="ARTICULATE_SLIDE_COUNT" val="2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Hv9ahHyqD8XxXHDd4jlw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uBy6oMLmybB3IbRJGPRw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Hv9ahHyqD8XxXHDd4jlw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uBy6oMLmybB3IbRJGPRw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Hv9ahHyqD8XxXHDd4jlw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uBy6oMLmybB3IbRJGPRw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Hv9ahHyqD8XxXHDd4jlw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uBy6oMLmybB3IbRJGPRw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Hv9ahHyqD8XxXHDd4jlw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uBy6oMLmybB3IbRJGPRw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Gavi – Titles, Sections, End Slides">
  <a:themeElements>
    <a:clrScheme name="Gavi Palette 1">
      <a:dk1>
        <a:srgbClr val="000000"/>
      </a:dk1>
      <a:lt1>
        <a:srgbClr val="FFFFFF"/>
      </a:lt1>
      <a:dk2>
        <a:srgbClr val="005CB9"/>
      </a:dk2>
      <a:lt2>
        <a:srgbClr val="00A1DF"/>
      </a:lt2>
      <a:accent1>
        <a:srgbClr val="83BD00"/>
      </a:accent1>
      <a:accent2>
        <a:srgbClr val="3E9B6E"/>
      </a:accent2>
      <a:accent3>
        <a:srgbClr val="E24A3F"/>
      </a:accent3>
      <a:accent4>
        <a:srgbClr val="FA7650"/>
      </a:accent4>
      <a:accent5>
        <a:srgbClr val="F8A623"/>
      </a:accent5>
      <a:accent6>
        <a:srgbClr val="FED141"/>
      </a:accent6>
      <a:hlink>
        <a:srgbClr val="00A1DF"/>
      </a:hlink>
      <a:folHlink>
        <a:srgbClr val="005CB9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GAVI_PPT_Full template.potx" id="{1E35BD15-EDCD-4CF6-ABDF-07134E06FFD8}" vid="{FA9797FA-4B85-4F8B-A2FE-50ACFF27D921}"/>
    </a:ext>
  </a:extLst>
</a:theme>
</file>

<file path=ppt/theme/theme2.xml><?xml version="1.0" encoding="utf-8"?>
<a:theme xmlns:a="http://schemas.openxmlformats.org/drawingml/2006/main" name="Gavi – Body Slides">
  <a:themeElements>
    <a:clrScheme name="Gavi Palette 1">
      <a:dk1>
        <a:srgbClr val="000000"/>
      </a:dk1>
      <a:lt1>
        <a:srgbClr val="FFFFFF"/>
      </a:lt1>
      <a:dk2>
        <a:srgbClr val="005CB9"/>
      </a:dk2>
      <a:lt2>
        <a:srgbClr val="00A1DF"/>
      </a:lt2>
      <a:accent1>
        <a:srgbClr val="83BD00"/>
      </a:accent1>
      <a:accent2>
        <a:srgbClr val="3E9B6E"/>
      </a:accent2>
      <a:accent3>
        <a:srgbClr val="E24A3F"/>
      </a:accent3>
      <a:accent4>
        <a:srgbClr val="FA7650"/>
      </a:accent4>
      <a:accent5>
        <a:srgbClr val="F8A623"/>
      </a:accent5>
      <a:accent6>
        <a:srgbClr val="FED141"/>
      </a:accent6>
      <a:hlink>
        <a:srgbClr val="00A1DF"/>
      </a:hlink>
      <a:folHlink>
        <a:srgbClr val="005CB9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GAVI_PPT_Full template.potx" id="{1E35BD15-EDCD-4CF6-ABDF-07134E06FFD8}" vid="{971B5170-6004-45EB-BCBF-B04219B86A73}"/>
    </a:ext>
  </a:extLst>
</a:theme>
</file>

<file path=ppt/theme/theme3.xml><?xml version="1.0" encoding="utf-8"?>
<a:theme xmlns:a="http://schemas.openxmlformats.org/drawingml/2006/main" name="FULL_Gavi_PPT_TEMPLATE 2">
  <a:themeElements>
    <a:clrScheme name="Gavi">
      <a:dk1>
        <a:srgbClr val="343434"/>
      </a:dk1>
      <a:lt1>
        <a:sysClr val="window" lastClr="FFFFFF"/>
      </a:lt1>
      <a:dk2>
        <a:srgbClr val="F59BBB"/>
      </a:dk2>
      <a:lt2>
        <a:srgbClr val="878787"/>
      </a:lt2>
      <a:accent1>
        <a:srgbClr val="005CB9"/>
      </a:accent1>
      <a:accent2>
        <a:srgbClr val="00A1DF"/>
      </a:accent2>
      <a:accent3>
        <a:srgbClr val="95D600"/>
      </a:accent3>
      <a:accent4>
        <a:srgbClr val="A51890"/>
      </a:accent4>
      <a:accent5>
        <a:srgbClr val="CE0F69"/>
      </a:accent5>
      <a:accent6>
        <a:srgbClr val="005A70"/>
      </a:accent6>
      <a:hlink>
        <a:srgbClr val="343434"/>
      </a:hlink>
      <a:folHlink>
        <a:srgbClr val="343434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GAVI_PPT_Full template.potx" id="{1E35BD15-EDCD-4CF6-ABDF-07134E06FFD8}" vid="{366A047A-0359-4897-90D5-5953E0039EF7}"/>
    </a:ext>
  </a:extLst>
</a:theme>
</file>

<file path=ppt/theme/theme4.xml><?xml version="1.0" encoding="utf-8"?>
<a:theme xmlns:a="http://schemas.openxmlformats.org/drawingml/2006/main" name="6_Gavi ppt template_blank 16-9">
  <a:themeElements>
    <a:clrScheme name="GAVI PRIMARY COLOURS">
      <a:dk1>
        <a:srgbClr val="343434"/>
      </a:dk1>
      <a:lt1>
        <a:srgbClr val="FFFFFF"/>
      </a:lt1>
      <a:dk2>
        <a:srgbClr val="81B900"/>
      </a:dk2>
      <a:lt2>
        <a:srgbClr val="878787"/>
      </a:lt2>
      <a:accent1>
        <a:srgbClr val="005CB9"/>
      </a:accent1>
      <a:accent2>
        <a:srgbClr val="00A1DF"/>
      </a:accent2>
      <a:accent3>
        <a:srgbClr val="95D600"/>
      </a:accent3>
      <a:accent4>
        <a:srgbClr val="A51890"/>
      </a:accent4>
      <a:accent5>
        <a:srgbClr val="CE0F69"/>
      </a:accent5>
      <a:accent6>
        <a:srgbClr val="D50032"/>
      </a:accent6>
      <a:hlink>
        <a:srgbClr val="343434"/>
      </a:hlink>
      <a:folHlink>
        <a:srgbClr val="343434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custClrLst>
    <a:custClr name="CHOLERA">
      <a:srgbClr val="AF5C37"/>
    </a:custClr>
    <a:custClr name="HEPB">
      <a:srgbClr val="D50032"/>
    </a:custClr>
    <a:custClr name="HPV">
      <a:srgbClr val="F59BBB"/>
    </a:custClr>
    <a:custClr name="IPV INJECTABLE POLIO">
      <a:srgbClr val="CEDC00"/>
    </a:custClr>
    <a:custClr name="JAPANESE ENCEPHALITIS">
      <a:srgbClr val="B288B9"/>
    </a:custClr>
    <a:custClr name="MEASLES">
      <a:srgbClr val="41B6E6"/>
    </a:custClr>
    <a:custClr name="MEASLES 2 DOSE">
      <a:srgbClr val="0097A9"/>
    </a:custClr>
    <a:custClr name="MEASLES RUBELLA">
      <a:srgbClr val="005A70"/>
    </a:custClr>
    <a:custClr name="MENINGITIS A">
      <a:srgbClr val="009639"/>
    </a:custClr>
    <a:custClr name="PENTA">
      <a:srgbClr val="653279"/>
    </a:custClr>
    <a:custClr name="PNEUMO">
      <a:srgbClr val="0033A0"/>
    </a:custClr>
    <a:custClr name="ROTAVIRUS">
      <a:srgbClr val="D86018"/>
    </a:custClr>
    <a:custClr name="YELLOW FEVER">
      <a:srgbClr val="EAAA00"/>
    </a:custClr>
    <a:custClr name="DENGUE">
      <a:srgbClr val="C6C6C5"/>
    </a:custClr>
    <a:custClr name="MALARIA">
      <a:srgbClr val="A7A7A7"/>
    </a:custClr>
    <a:custClr name="MATERNAL FLU">
      <a:srgbClr val="878786"/>
    </a:custClr>
    <a:custClr name="RABIES">
      <a:srgbClr val="636362"/>
    </a:custClr>
  </a:custClrLst>
  <a:extLst>
    <a:ext uri="{05A4C25C-085E-4340-85A3-A5531E510DB2}">
      <thm15:themeFamily xmlns:thm15="http://schemas.microsoft.com/office/thememl/2012/main" name="GAVI_PPT_Full template.potx" id="{1E35BD15-EDCD-4CF6-ABDF-07134E06FFD8}" vid="{00055970-DB2A-4F6D-8CC0-F8C78415700F}"/>
    </a:ext>
  </a:extLst>
</a:theme>
</file>

<file path=ppt/theme/theme5.xml><?xml version="1.0" encoding="utf-8"?>
<a:theme xmlns:a="http://schemas.openxmlformats.org/drawingml/2006/main" name="1_Gavi ppt template_blank 16-9">
  <a:themeElements>
    <a:clrScheme name="GAVI PRIMARY COLOURS">
      <a:dk1>
        <a:srgbClr val="343434"/>
      </a:dk1>
      <a:lt1>
        <a:srgbClr val="FFFFFF"/>
      </a:lt1>
      <a:dk2>
        <a:srgbClr val="81B900"/>
      </a:dk2>
      <a:lt2>
        <a:srgbClr val="878787"/>
      </a:lt2>
      <a:accent1>
        <a:srgbClr val="005CB9"/>
      </a:accent1>
      <a:accent2>
        <a:srgbClr val="00A1DF"/>
      </a:accent2>
      <a:accent3>
        <a:srgbClr val="95D600"/>
      </a:accent3>
      <a:accent4>
        <a:srgbClr val="A51890"/>
      </a:accent4>
      <a:accent5>
        <a:srgbClr val="CE0F69"/>
      </a:accent5>
      <a:accent6>
        <a:srgbClr val="D50032"/>
      </a:accent6>
      <a:hlink>
        <a:srgbClr val="343434"/>
      </a:hlink>
      <a:folHlink>
        <a:srgbClr val="343434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custClrLst>
    <a:custClr name="CHOLERA">
      <a:srgbClr val="AF5C37"/>
    </a:custClr>
    <a:custClr name="HEPB">
      <a:srgbClr val="D50032"/>
    </a:custClr>
    <a:custClr name="HPV">
      <a:srgbClr val="F59BBB"/>
    </a:custClr>
    <a:custClr name="IPV INJECTABLE POLIO">
      <a:srgbClr val="CEDC00"/>
    </a:custClr>
    <a:custClr name="JAPANESE ENCEPHALITIS">
      <a:srgbClr val="B288B9"/>
    </a:custClr>
    <a:custClr name="MEASLES">
      <a:srgbClr val="41B6E6"/>
    </a:custClr>
    <a:custClr name="MEASLES 2 DOSE">
      <a:srgbClr val="0097A9"/>
    </a:custClr>
    <a:custClr name="MEASLES RUBELLA">
      <a:srgbClr val="005A70"/>
    </a:custClr>
    <a:custClr name="MENINGITIS A">
      <a:srgbClr val="009639"/>
    </a:custClr>
    <a:custClr name="PENTA">
      <a:srgbClr val="653279"/>
    </a:custClr>
    <a:custClr name="PNEUMO">
      <a:srgbClr val="0033A0"/>
    </a:custClr>
    <a:custClr name="ROTAVIRUS">
      <a:srgbClr val="D86018"/>
    </a:custClr>
    <a:custClr name="YELLOW FEVER">
      <a:srgbClr val="EAAA00"/>
    </a:custClr>
    <a:custClr name="DENGUE">
      <a:srgbClr val="C6C6C5"/>
    </a:custClr>
    <a:custClr name="MALARIA">
      <a:srgbClr val="A7A7A7"/>
    </a:custClr>
    <a:custClr name="MATERNAL FLU">
      <a:srgbClr val="878786"/>
    </a:custClr>
    <a:custClr name="RABIES">
      <a:srgbClr val="636362"/>
    </a:custClr>
  </a:custClrLst>
  <a:extLst>
    <a:ext uri="{05A4C25C-085E-4340-85A3-A5531E510DB2}">
      <thm15:themeFamily xmlns:thm15="http://schemas.microsoft.com/office/thememl/2012/main" name="GAVI_PPT_Full template.potx" id="{1E35BD15-EDCD-4CF6-ABDF-07134E06FFD8}" vid="{09C0A85C-FEF6-4176-A13F-8829082864E6}"/>
    </a:ext>
  </a:extLst>
</a:theme>
</file>

<file path=ppt/theme/theme6.xml><?xml version="1.0" encoding="utf-8"?>
<a:theme xmlns:a="http://schemas.openxmlformats.org/drawingml/2006/main" name="10_Gavi ppt template_blank 16-9">
  <a:themeElements>
    <a:clrScheme name="GAVI PRIMARY COLOURS">
      <a:dk1>
        <a:srgbClr val="343434"/>
      </a:dk1>
      <a:lt1>
        <a:srgbClr val="FFFFFF"/>
      </a:lt1>
      <a:dk2>
        <a:srgbClr val="81B900"/>
      </a:dk2>
      <a:lt2>
        <a:srgbClr val="878787"/>
      </a:lt2>
      <a:accent1>
        <a:srgbClr val="005CB9"/>
      </a:accent1>
      <a:accent2>
        <a:srgbClr val="00A1DF"/>
      </a:accent2>
      <a:accent3>
        <a:srgbClr val="95D600"/>
      </a:accent3>
      <a:accent4>
        <a:srgbClr val="A51890"/>
      </a:accent4>
      <a:accent5>
        <a:srgbClr val="CE0F69"/>
      </a:accent5>
      <a:accent6>
        <a:srgbClr val="D50032"/>
      </a:accent6>
      <a:hlink>
        <a:srgbClr val="343434"/>
      </a:hlink>
      <a:folHlink>
        <a:srgbClr val="343434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custClrLst>
    <a:custClr name="CHOLERA">
      <a:srgbClr val="AF5C37"/>
    </a:custClr>
    <a:custClr name="HEPB">
      <a:srgbClr val="D50032"/>
    </a:custClr>
    <a:custClr name="HPV">
      <a:srgbClr val="F59BBB"/>
    </a:custClr>
    <a:custClr name="IPV INJECTABLE POLIO">
      <a:srgbClr val="CEDC00"/>
    </a:custClr>
    <a:custClr name="JAPANESE ENCEPHALITIS">
      <a:srgbClr val="B288B9"/>
    </a:custClr>
    <a:custClr name="MEASLES">
      <a:srgbClr val="41B6E6"/>
    </a:custClr>
    <a:custClr name="MEASLES 2 DOSE">
      <a:srgbClr val="0097A9"/>
    </a:custClr>
    <a:custClr name="MEASLES RUBELLA">
      <a:srgbClr val="005A70"/>
    </a:custClr>
    <a:custClr name="MENINGITIS A">
      <a:srgbClr val="009639"/>
    </a:custClr>
    <a:custClr name="PENTA">
      <a:srgbClr val="653279"/>
    </a:custClr>
    <a:custClr name="PNEUMO">
      <a:srgbClr val="0033A0"/>
    </a:custClr>
    <a:custClr name="ROTAVIRUS">
      <a:srgbClr val="D86018"/>
    </a:custClr>
    <a:custClr name="YELLOW FEVER">
      <a:srgbClr val="EAAA00"/>
    </a:custClr>
    <a:custClr name="DENGUE">
      <a:srgbClr val="C6C6C5"/>
    </a:custClr>
    <a:custClr name="MALARIA">
      <a:srgbClr val="A7A7A7"/>
    </a:custClr>
    <a:custClr name="MATERNAL FLU">
      <a:srgbClr val="878786"/>
    </a:custClr>
    <a:custClr name="RABIES">
      <a:srgbClr val="636362"/>
    </a:custClr>
  </a:custClrLst>
  <a:extLst>
    <a:ext uri="{05A4C25C-085E-4340-85A3-A5531E510DB2}">
      <thm15:themeFamily xmlns:thm15="http://schemas.microsoft.com/office/thememl/2012/main" name="GAVI_PPT_Full template.potx" id="{1E35BD15-EDCD-4CF6-ABDF-07134E06FFD8}" vid="{BEB84636-0CF4-4060-BB26-960B9F566640}"/>
    </a:ext>
  </a:extLst>
</a:theme>
</file>

<file path=ppt/theme/theme7.xml><?xml version="1.0" encoding="utf-8"?>
<a:theme xmlns:a="http://schemas.openxmlformats.org/drawingml/2006/main" name="4_Gavi ppt template_blank 16-9">
  <a:themeElements>
    <a:clrScheme name="GAVI PRIMARY COLOURS">
      <a:dk1>
        <a:srgbClr val="343434"/>
      </a:dk1>
      <a:lt1>
        <a:srgbClr val="FFFFFF"/>
      </a:lt1>
      <a:dk2>
        <a:srgbClr val="81B900"/>
      </a:dk2>
      <a:lt2>
        <a:srgbClr val="878787"/>
      </a:lt2>
      <a:accent1>
        <a:srgbClr val="005CB9"/>
      </a:accent1>
      <a:accent2>
        <a:srgbClr val="00A1DF"/>
      </a:accent2>
      <a:accent3>
        <a:srgbClr val="95D600"/>
      </a:accent3>
      <a:accent4>
        <a:srgbClr val="A51890"/>
      </a:accent4>
      <a:accent5>
        <a:srgbClr val="CE0F69"/>
      </a:accent5>
      <a:accent6>
        <a:srgbClr val="D50032"/>
      </a:accent6>
      <a:hlink>
        <a:srgbClr val="343434"/>
      </a:hlink>
      <a:folHlink>
        <a:srgbClr val="343434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custClrLst>
    <a:custClr name="CHOLERA">
      <a:srgbClr val="AF5C37"/>
    </a:custClr>
    <a:custClr name="HEPB">
      <a:srgbClr val="D50032"/>
    </a:custClr>
    <a:custClr name="HPV">
      <a:srgbClr val="F59BBB"/>
    </a:custClr>
    <a:custClr name="IPV INJECTABLE POLIO">
      <a:srgbClr val="CEDC00"/>
    </a:custClr>
    <a:custClr name="JAPANESE ENCEPHALITIS">
      <a:srgbClr val="B288B9"/>
    </a:custClr>
    <a:custClr name="MEASLES">
      <a:srgbClr val="41B6E6"/>
    </a:custClr>
    <a:custClr name="MEASLES 2 DOSE">
      <a:srgbClr val="0097A9"/>
    </a:custClr>
    <a:custClr name="MEASLES RUBELLA">
      <a:srgbClr val="005A70"/>
    </a:custClr>
    <a:custClr name="MENINGITIS A">
      <a:srgbClr val="009639"/>
    </a:custClr>
    <a:custClr name="PENTA">
      <a:srgbClr val="653279"/>
    </a:custClr>
    <a:custClr name="PNEUMO">
      <a:srgbClr val="0033A0"/>
    </a:custClr>
    <a:custClr name="ROTAVIRUS">
      <a:srgbClr val="D86018"/>
    </a:custClr>
    <a:custClr name="YELLOW FEVER">
      <a:srgbClr val="EAAA00"/>
    </a:custClr>
    <a:custClr name="DENGUE">
      <a:srgbClr val="C6C6C5"/>
    </a:custClr>
    <a:custClr name="MALARIA">
      <a:srgbClr val="A7A7A7"/>
    </a:custClr>
    <a:custClr name="MATERNAL FLU">
      <a:srgbClr val="878786"/>
    </a:custClr>
    <a:custClr name="RABIES">
      <a:srgbClr val="636362"/>
    </a:custClr>
  </a:custClrLst>
  <a:extLst>
    <a:ext uri="{05A4C25C-085E-4340-85A3-A5531E510DB2}">
      <thm15:themeFamily xmlns:thm15="http://schemas.microsoft.com/office/thememl/2012/main" name="GAVI_PPT_Full template.potx" id="{1E35BD15-EDCD-4CF6-ABDF-07134E06FFD8}" vid="{D5A6D1AD-EB60-41C2-BF9A-105C75D85CAF}"/>
    </a:ext>
  </a:extLst>
</a:theme>
</file>

<file path=ppt/theme/theme8.xml><?xml version="1.0" encoding="utf-8"?>
<a:theme xmlns:a="http://schemas.openxmlformats.org/drawingml/2006/main" name="2_Gavi ppt template_blank 16-9">
  <a:themeElements>
    <a:clrScheme name="GAVI PRIMARY COLOURS">
      <a:dk1>
        <a:srgbClr val="343434"/>
      </a:dk1>
      <a:lt1>
        <a:srgbClr val="FFFFFF"/>
      </a:lt1>
      <a:dk2>
        <a:srgbClr val="81B900"/>
      </a:dk2>
      <a:lt2>
        <a:srgbClr val="878787"/>
      </a:lt2>
      <a:accent1>
        <a:srgbClr val="005CB9"/>
      </a:accent1>
      <a:accent2>
        <a:srgbClr val="00A1DF"/>
      </a:accent2>
      <a:accent3>
        <a:srgbClr val="95D600"/>
      </a:accent3>
      <a:accent4>
        <a:srgbClr val="A51890"/>
      </a:accent4>
      <a:accent5>
        <a:srgbClr val="CE0F69"/>
      </a:accent5>
      <a:accent6>
        <a:srgbClr val="D50032"/>
      </a:accent6>
      <a:hlink>
        <a:srgbClr val="343434"/>
      </a:hlink>
      <a:folHlink>
        <a:srgbClr val="343434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custClrLst>
    <a:custClr name="CHOLERA">
      <a:srgbClr val="AF5C37"/>
    </a:custClr>
    <a:custClr name="HEPB">
      <a:srgbClr val="D50032"/>
    </a:custClr>
    <a:custClr name="HPV">
      <a:srgbClr val="F59BBB"/>
    </a:custClr>
    <a:custClr name="IPV INJECTABLE POLIO">
      <a:srgbClr val="CEDC00"/>
    </a:custClr>
    <a:custClr name="JAPANESE ENCEPHALITIS">
      <a:srgbClr val="B288B9"/>
    </a:custClr>
    <a:custClr name="MEASLES">
      <a:srgbClr val="41B6E6"/>
    </a:custClr>
    <a:custClr name="MEASLES 2 DOSE">
      <a:srgbClr val="0097A9"/>
    </a:custClr>
    <a:custClr name="MEASLES RUBELLA">
      <a:srgbClr val="005A70"/>
    </a:custClr>
    <a:custClr name="MENINGITIS A">
      <a:srgbClr val="009639"/>
    </a:custClr>
    <a:custClr name="PENTA">
      <a:srgbClr val="653279"/>
    </a:custClr>
    <a:custClr name="PNEUMO">
      <a:srgbClr val="0033A0"/>
    </a:custClr>
    <a:custClr name="ROTAVIRUS">
      <a:srgbClr val="D86018"/>
    </a:custClr>
    <a:custClr name="YELLOW FEVER">
      <a:srgbClr val="EAAA00"/>
    </a:custClr>
    <a:custClr name="DENGUE">
      <a:srgbClr val="C6C6C5"/>
    </a:custClr>
    <a:custClr name="MALARIA">
      <a:srgbClr val="A7A7A7"/>
    </a:custClr>
    <a:custClr name="MATERNAL FLU">
      <a:srgbClr val="878786"/>
    </a:custClr>
    <a:custClr name="RABIES">
      <a:srgbClr val="636362"/>
    </a:custClr>
  </a:custClrLst>
  <a:extLst>
    <a:ext uri="{05A4C25C-085E-4340-85A3-A5531E510DB2}">
      <thm15:themeFamily xmlns:thm15="http://schemas.microsoft.com/office/thememl/2012/main" name="Gavi ppt template_blank_16-9" id="{DEBBE98C-C3E5-984B-BC10-1E92A94DEDF8}" vid="{2886559F-29FB-714C-86BD-EB166E1AAC82}"/>
    </a:ext>
  </a:extLst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d0706217-df7c-4bf4-936d-b09aa3b837af" xsi:nil="true"/>
    <_dlc_DocId xmlns="55894003-98dc-4f3e-8669-85b90bdbcc8c">GAVI-438364776-1091848</_dlc_DocId>
    <_dlc_DocIdUrl xmlns="55894003-98dc-4f3e-8669-85b90bdbcc8c">
      <Url>https://gavinet.sharepoint.com/teams/PAP/srp/_layouts/15/DocIdRedir.aspx?ID=GAVI-438364776-1091848</Url>
      <Description>GAVI-438364776-1091848</Description>
    </_dlc_DocIdUrl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Gavi Word Document" ma:contentTypeID="0x0101000ECC9CB1D2D1C844AAE9B2B7191C550900286F96ADC165234798F7253E0F31955B" ma:contentTypeVersion="71" ma:contentTypeDescription="" ma:contentTypeScope="" ma:versionID="16c061c5c4dc4ea17f5e261d47d5b2e1">
  <xsd:schema xmlns:xsd="http://www.w3.org/2001/XMLSchema" xmlns:xs="http://www.w3.org/2001/XMLSchema" xmlns:p="http://schemas.microsoft.com/office/2006/metadata/properties" xmlns:ns2="d0706217-df7c-4bf4-936d-b09aa3b837af" xmlns:ns3="55894003-98dc-4f3e-8669-85b90bdbcc8c" targetNamespace="http://schemas.microsoft.com/office/2006/metadata/properties" ma:root="true" ma:fieldsID="db612b8eac850b8548cf89fa5e8ec8fa" ns2:_="" ns3:_="">
    <xsd:import namespace="d0706217-df7c-4bf4-936d-b09aa3b837af"/>
    <xsd:import namespace="55894003-98dc-4f3e-8669-85b90bdbcc8c"/>
    <xsd:element name="properties">
      <xsd:complexType>
        <xsd:sequence>
          <xsd:element name="documentManagement">
            <xsd:complexType>
              <xsd:all>
                <xsd:element ref="ns2:TaxCatchAllLabel" minOccurs="0"/>
                <xsd:element ref="ns2:TaxCatchAll" minOccurs="0"/>
                <xsd:element ref="ns3:_dlc_DocId" minOccurs="0"/>
                <xsd:element ref="ns3:_dlc_DocIdUrl" minOccurs="0"/>
                <xsd:element ref="ns3:_dlc_DocIdPersistId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0706217-df7c-4bf4-936d-b09aa3b837af" elementFormDefault="qualified">
    <xsd:import namespace="http://schemas.microsoft.com/office/2006/documentManagement/types"/>
    <xsd:import namespace="http://schemas.microsoft.com/office/infopath/2007/PartnerControls"/>
    <xsd:element name="TaxCatchAllLabel" ma:index="6" nillable="true" ma:displayName="Taxonomy Catch All Column1" ma:description="" ma:hidden="true" ma:list="{c405dbff-886d-494b-bfcb-83b334e9f606}" ma:internalName="TaxCatchAllLabel" ma:readOnly="true" ma:showField="CatchAllDataLabel" ma:web="55894003-98dc-4f3e-8669-85b90bdbcc8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TaxCatchAll" ma:index="7" nillable="true" ma:displayName="Taxonomy Catch All Column" ma:description="" ma:hidden="true" ma:list="{c405dbff-886d-494b-bfcb-83b334e9f606}" ma:internalName="TaxCatchAll" ma:showField="CatchAllData" ma:web="55894003-98dc-4f3e-8669-85b90bdbcc8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5894003-98dc-4f3e-8669-85b90bdbcc8c" elementFormDefault="qualified">
    <xsd:import namespace="http://schemas.microsoft.com/office/2006/documentManagement/types"/>
    <xsd:import namespace="http://schemas.microsoft.com/office/infopath/2007/PartnerControls"/>
    <xsd:element name="_dlc_DocId" ma:index="10" nillable="true" ma:displayName="Document ID Value" ma:description="The value of the document ID assigned to this item." ma:indexed="true" ma:internalName="_dlc_DocId" ma:readOnly="true">
      <xsd:simpleType>
        <xsd:restriction base="dms:Text"/>
      </xsd:simpleType>
    </xsd:element>
    <xsd:element name="_dlc_DocIdUrl" ma:index="11" nillable="true" ma:displayName="Document ID" ma:description="Permanent link to this document." ma:hidden="true" ma:internalName="_dlc_DocIdUrl" ma:readOnly="tru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_dlc_DocIdPersistId" ma:index="12" nillable="true" ma:displayName="Persist ID" ma:description="Keep ID on add." ma:hidden="true" ma:internalName="_dlc_DocIdPersistId" ma:readOnly="true">
      <xsd:simpleType>
        <xsd:restriction base="dms:Boolean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8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4.xml><?xml version="1.0" encoding="utf-8"?>
<?mso-contentType ?>
<spe:Receivers xmlns:spe="http://schemas.microsoft.com/sharepoint/events">
  <Receiver>
    <Name>Document ID Generator</Name>
    <Synchronization>Synchronous</Synchronization>
    <Type>10001</Type>
    <SequenceNumber>1000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10002</Type>
    <SequenceNumber>1001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10004</Type>
    <SequenceNumber>1002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10006</Type>
    <SequenceNumber>1003</SequenceNumber>
    <Url/>
    <Assembly>Microsoft.Office.DocumentManagement, Version=16.0.0.0, Culture=neutral, PublicKeyToken=71e9bce111e9429c</Assembly>
    <Class>Microsoft.Office.DocumentManagement.Internal.DocIdHandler</Class>
    <Data/>
    <Filter/>
  </Receiver>
</spe:Receivers>
</file>

<file path=customXml/item5.xml><?xml version="1.0" encoding="utf-8"?>
<?mso-contentType ?>
<SharedContentType xmlns="Microsoft.SharePoint.Taxonomy.ContentTypeSync" SourceId="93cb0222-e980-4273-ad97-85dba3159c09" ContentTypeId="0x0101000ECC9CB1D2D1C844AAE9B2B7191C5509" PreviousValue="false"/>
</file>

<file path=customXml/itemProps1.xml><?xml version="1.0" encoding="utf-8"?>
<ds:datastoreItem xmlns:ds="http://schemas.openxmlformats.org/officeDocument/2006/customXml" ds:itemID="{0DB417BA-B70D-4064-B126-526D374E90C8}">
  <ds:schemaRefs>
    <ds:schemaRef ds:uri="http://schemas.microsoft.com/office/2006/metadata/properties"/>
    <ds:schemaRef ds:uri="http://schemas.microsoft.com/office/infopath/2007/PartnerControls"/>
    <ds:schemaRef ds:uri="55894003-98dc-4f3e-8669-85b90bdbcc8c"/>
    <ds:schemaRef ds:uri="http://purl.org/dc/terms/"/>
    <ds:schemaRef ds:uri="http://schemas.microsoft.com/office/2006/documentManagement/types"/>
    <ds:schemaRef ds:uri="http://schemas.openxmlformats.org/package/2006/metadata/core-properties"/>
    <ds:schemaRef ds:uri="http://purl.org/dc/elements/1.1/"/>
    <ds:schemaRef ds:uri="d0706217-df7c-4bf4-936d-b09aa3b837af"/>
    <ds:schemaRef ds:uri="http://www.w3.org/XML/1998/namespace"/>
    <ds:schemaRef ds:uri="http://purl.org/dc/dcmitype/"/>
  </ds:schemaRefs>
</ds:datastoreItem>
</file>

<file path=customXml/itemProps2.xml><?xml version="1.0" encoding="utf-8"?>
<ds:datastoreItem xmlns:ds="http://schemas.openxmlformats.org/officeDocument/2006/customXml" ds:itemID="{38C2AF94-1ADD-4497-B811-40779A42135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55AFB7F9-2FC1-4305-BA87-554ED6540537}">
  <ds:schemaRefs>
    <ds:schemaRef ds:uri="55894003-98dc-4f3e-8669-85b90bdbcc8c"/>
    <ds:schemaRef ds:uri="d0706217-df7c-4bf4-936d-b09aa3b837af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4.xml><?xml version="1.0" encoding="utf-8"?>
<ds:datastoreItem xmlns:ds="http://schemas.openxmlformats.org/officeDocument/2006/customXml" ds:itemID="{5B701EF3-9AB9-4006-A689-FD1186296917}">
  <ds:schemaRefs>
    <ds:schemaRef ds:uri="http://schemas.microsoft.com/sharepoint/events"/>
  </ds:schemaRefs>
</ds:datastoreItem>
</file>

<file path=customXml/itemProps5.xml><?xml version="1.0" encoding="utf-8"?>
<ds:datastoreItem xmlns:ds="http://schemas.openxmlformats.org/officeDocument/2006/customXml" ds:itemID="{91E90CB3-98C5-479D-84A2-F746A7C346C2}">
  <ds:schemaRefs>
    <ds:schemaRef ds:uri="Microsoft.SharePoint.Taxonomy.ContentTypeSync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R6_HL_Gavi Application Kit &amp; Process_ENG_November 2022</Template>
  <TotalTime>0</TotalTime>
  <Words>899</Words>
  <Application>Microsoft Office PowerPoint</Application>
  <PresentationFormat>Widescreen</PresentationFormat>
  <Paragraphs>137</Paragraphs>
  <Slides>12</Slides>
  <Notes>11</Notes>
  <HiddenSlides>0</HiddenSlides>
  <MMClips>0</MMClips>
  <ScaleCrop>false</ScaleCrop>
  <HeadingPairs>
    <vt:vector size="8" baseType="variant">
      <vt:variant>
        <vt:lpstr>Fonts Used</vt:lpstr>
      </vt:variant>
      <vt:variant>
        <vt:i4>7</vt:i4>
      </vt:variant>
      <vt:variant>
        <vt:lpstr>Theme</vt:lpstr>
      </vt:variant>
      <vt:variant>
        <vt:i4>8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28" baseType="lpstr">
      <vt:lpstr>Aharoni</vt:lpstr>
      <vt:lpstr>Aptos</vt:lpstr>
      <vt:lpstr>Arial</vt:lpstr>
      <vt:lpstr>Calibri</vt:lpstr>
      <vt:lpstr>Helvetica Neue</vt:lpstr>
      <vt:lpstr>Helvetica Neue Light</vt:lpstr>
      <vt:lpstr>Wingdings</vt:lpstr>
      <vt:lpstr>Gavi – Titles, Sections, End Slides</vt:lpstr>
      <vt:lpstr>Gavi – Body Slides</vt:lpstr>
      <vt:lpstr>FULL_Gavi_PPT_TEMPLATE 2</vt:lpstr>
      <vt:lpstr>6_Gavi ppt template_blank 16-9</vt:lpstr>
      <vt:lpstr>1_Gavi ppt template_blank 16-9</vt:lpstr>
      <vt:lpstr>10_Gavi ppt template_blank 16-9</vt:lpstr>
      <vt:lpstr>4_Gavi ppt template_blank 16-9</vt:lpstr>
      <vt:lpstr>2_Gavi ppt template_blank 16-9</vt:lpstr>
      <vt:lpstr>think-cell Slide</vt:lpstr>
      <vt:lpstr>Planification complète du portefeuille (FPP) </vt:lpstr>
      <vt:lpstr>Planification pluriannuelle</vt:lpstr>
      <vt:lpstr>Le processus de demande s’articule autour des objectifs de la stratégie 5.0 à travers 4 résultats qui forment la base du kit de soumission​</vt:lpstr>
      <vt:lpstr>PowerPoint Presentation</vt:lpstr>
      <vt:lpstr>Statut du FPP pour les pays d'Afrique centrale</vt:lpstr>
      <vt:lpstr>Conditions gagnantes pour un processus FPP</vt:lpstr>
      <vt:lpstr>Ce qui a bien fonctionné</vt:lpstr>
      <vt:lpstr>Ce qui a bien fonctionné</vt:lpstr>
      <vt:lpstr>Les pays peuvent améliorer leur application en s'assurant que:   </vt:lpstr>
      <vt:lpstr>Ce que nous avons appris du processus</vt:lpstr>
      <vt:lpstr> Nous invitons les pays qui ont achevé le processus du FPP à partager leurs réflexions</vt:lpstr>
      <vt:lpstr>Merci! 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High-level Intro to Gavi’s Application Materials &amp; Guidelines</dc:title>
  <dc:creator>Stephanie Phipps</dc:creator>
  <cp:lastModifiedBy>Florence Conteh-Nordman</cp:lastModifiedBy>
  <cp:revision>13</cp:revision>
  <dcterms:created xsi:type="dcterms:W3CDTF">2022-11-08T20:21:18Z</dcterms:created>
  <dcterms:modified xsi:type="dcterms:W3CDTF">2024-09-10T13:37:43Z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0a957285-7815-485a-9751-5b273b784ad5_Enabled">
    <vt:lpwstr>true</vt:lpwstr>
  </property>
  <property fmtid="{D5CDD505-2E9C-101B-9397-08002B2CF9AE}" pid="3" name="MSIP_Label_0a957285-7815-485a-9751-5b273b784ad5_SetDate">
    <vt:lpwstr>2022-02-17T16:13:58Z</vt:lpwstr>
  </property>
  <property fmtid="{D5CDD505-2E9C-101B-9397-08002B2CF9AE}" pid="4" name="MSIP_Label_0a957285-7815-485a-9751-5b273b784ad5_Method">
    <vt:lpwstr>Privileged</vt:lpwstr>
  </property>
  <property fmtid="{D5CDD505-2E9C-101B-9397-08002B2CF9AE}" pid="5" name="MSIP_Label_0a957285-7815-485a-9751-5b273b784ad5_Name">
    <vt:lpwstr>0a957285-7815-485a-9751-5b273b784ad5</vt:lpwstr>
  </property>
  <property fmtid="{D5CDD505-2E9C-101B-9397-08002B2CF9AE}" pid="6" name="MSIP_Label_0a957285-7815-485a-9751-5b273b784ad5_SiteId">
    <vt:lpwstr>1de6d9f3-0daf-4df6-b9d6-5959f16f6118</vt:lpwstr>
  </property>
  <property fmtid="{D5CDD505-2E9C-101B-9397-08002B2CF9AE}" pid="7" name="MSIP_Label_0a957285-7815-485a-9751-5b273b784ad5_ActionId">
    <vt:lpwstr>149189a2-f678-4e5f-b622-22e4b9a92e12</vt:lpwstr>
  </property>
  <property fmtid="{D5CDD505-2E9C-101B-9397-08002B2CF9AE}" pid="8" name="MSIP_Label_0a957285-7815-485a-9751-5b273b784ad5_ContentBits">
    <vt:lpwstr>0</vt:lpwstr>
  </property>
  <property fmtid="{D5CDD505-2E9C-101B-9397-08002B2CF9AE}" pid="9" name="ContentTypeId">
    <vt:lpwstr>0x0101000ECC9CB1D2D1C844AAE9B2B7191C550900286F96ADC165234798F7253E0F31955B</vt:lpwstr>
  </property>
  <property fmtid="{D5CDD505-2E9C-101B-9397-08002B2CF9AE}" pid="10" name="Document_x0020_Type">
    <vt:lpwstr/>
  </property>
  <property fmtid="{D5CDD505-2E9C-101B-9397-08002B2CF9AE}" pid="11" name="MediaServiceImageTags">
    <vt:lpwstr/>
  </property>
  <property fmtid="{D5CDD505-2E9C-101B-9397-08002B2CF9AE}" pid="12" name="Document Type">
    <vt:lpwstr/>
  </property>
  <property fmtid="{D5CDD505-2E9C-101B-9397-08002B2CF9AE}" pid="13" name="_dlc_DocIdItemGuid">
    <vt:lpwstr>518f9044-f94d-4463-a2e6-d6d56f695687</vt:lpwstr>
  </property>
  <property fmtid="{D5CDD505-2E9C-101B-9397-08002B2CF9AE}" pid="14" name="kfa83adfad8641678ddaedda80d7e126">
    <vt:lpwstr/>
  </property>
  <property fmtid="{D5CDD505-2E9C-101B-9397-08002B2CF9AE}" pid="15" name="Test">
    <vt:lpwstr/>
  </property>
  <property fmtid="{D5CDD505-2E9C-101B-9397-08002B2CF9AE}" pid="16" name="ArticulateGUID">
    <vt:lpwstr>721FA206-A41A-4F90-A648-38D6CA493912</vt:lpwstr>
  </property>
  <property fmtid="{D5CDD505-2E9C-101B-9397-08002B2CF9AE}" pid="17" name="ArticulatePath">
    <vt:lpwstr>https://gavinet.sharepoint.com/teams/PAP/srp/Documents/FD&amp;R/5.0 Operationalisation/Comms approach/Training Materials - Revised Application Process/Release 6 Slide Decks/R6_SLIDE POOL_Intro to Application Materials &amp; Guidelines_FRENCH_Nov 2022</vt:lpwstr>
  </property>
  <property fmtid="{D5CDD505-2E9C-101B-9397-08002B2CF9AE}" pid="18" name="SharedWithUsers">
    <vt:lpwstr>19273;#Spela Slamberger (Consultant);#36417;#Jessica Hofmans</vt:lpwstr>
  </property>
  <property fmtid="{D5CDD505-2E9C-101B-9397-08002B2CF9AE}" pid="19" name="lcf76f155ced4ddcb4097134ff3c332f">
    <vt:lpwstr/>
  </property>
</Properties>
</file>